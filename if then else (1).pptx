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Relationship Id="rId23" Type="http://schemas.openxmlformats.org/officeDocument/2006/relationships/image" Target="../media/image17.png"/><Relationship Id="rId24" Type="http://schemas.openxmlformats.org/officeDocument/2006/relationships/image" Target="../media/image18.png"/><Relationship Id="rId25" Type="http://schemas.openxmlformats.org/officeDocument/2006/relationships/image" Target="../media/image19.png"/><Relationship Id="rId26" Type="http://schemas.openxmlformats.org/officeDocument/2006/relationships/image" Target="../media/image20.png"/><Relationship Id="rId27" Type="http://schemas.openxmlformats.org/officeDocument/2006/relationships/image" Target="../media/image21.png"/><Relationship Id="rId28" Type="http://schemas.openxmlformats.org/officeDocument/2006/relationships/image" Target="../media/image22.png"/><Relationship Id="rId29" Type="http://schemas.openxmlformats.org/officeDocument/2006/relationships/image" Target="../media/image23.png"/><Relationship Id="rId30" Type="http://schemas.openxmlformats.org/officeDocument/2006/relationships/image" Target="../media/image24.png"/><Relationship Id="rId31" Type="http://schemas.openxmlformats.org/officeDocument/2006/relationships/image" Target="../media/image25.png"/><Relationship Id="rId32" Type="http://schemas.openxmlformats.org/officeDocument/2006/relationships/image" Target="../media/image26.png"/><Relationship Id="rId33" Type="http://schemas.openxmlformats.org/officeDocument/2006/relationships/image" Target="../media/image27.png"/><Relationship Id="rId34" Type="http://schemas.openxmlformats.org/officeDocument/2006/relationships/image" Target="../media/image28.png"/><Relationship Id="rId35" Type="http://schemas.openxmlformats.org/officeDocument/2006/relationships/image" Target="../media/image29.png"/><Relationship Id="rId36" Type="http://schemas.openxmlformats.org/officeDocument/2006/relationships/image" Target="../media/image30.png"/><Relationship Id="rId37" Type="http://schemas.openxmlformats.org/officeDocument/2006/relationships/image" Target="../media/image31.png"/><Relationship Id="rId38" Type="http://schemas.openxmlformats.org/officeDocument/2006/relationships/image" Target="../media/image32.png"/><Relationship Id="rId39" Type="http://schemas.openxmlformats.org/officeDocument/2006/relationships/image" Target="../media/image33.png"/><Relationship Id="rId40" Type="http://schemas.openxmlformats.org/officeDocument/2006/relationships/image" Target="../media/image34.png"/><Relationship Id="rId41" Type="http://schemas.openxmlformats.org/officeDocument/2006/relationships/image" Target="../media/image35.png"/><Relationship Id="rId42" Type="http://schemas.openxmlformats.org/officeDocument/2006/relationships/image" Target="../media/image36.png"/><Relationship Id="rId43" Type="http://schemas.openxmlformats.org/officeDocument/2006/relationships/image" Target="../media/image37.png"/><Relationship Id="rId44" Type="http://schemas.openxmlformats.org/officeDocument/2006/relationships/image" Target="../media/image38.png"/><Relationship Id="rId45" Type="http://schemas.openxmlformats.org/officeDocument/2006/relationships/image" Target="../media/image39.png"/><Relationship Id="rId46" Type="http://schemas.openxmlformats.org/officeDocument/2006/relationships/image" Target="../media/image40.png"/><Relationship Id="rId47" Type="http://schemas.openxmlformats.org/officeDocument/2006/relationships/image" Target="../media/image41.png"/><Relationship Id="rId48" Type="http://schemas.openxmlformats.org/officeDocument/2006/relationships/image" Target="../media/image42.png"/><Relationship Id="rId49" Type="http://schemas.openxmlformats.org/officeDocument/2006/relationships/image" Target="../media/image43.png"/><Relationship Id="rId50" Type="http://schemas.openxmlformats.org/officeDocument/2006/relationships/image" Target="../media/image44.png"/><Relationship Id="rId51" Type="http://schemas.openxmlformats.org/officeDocument/2006/relationships/image" Target="../media/image45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992709" y="5812559"/>
            <a:ext cx="3295650" cy="3117850"/>
          </a:xfrm>
          <a:custGeom>
            <a:avLst/>
            <a:gdLst/>
            <a:ahLst/>
            <a:cxnLst/>
            <a:rect l="l" t="t" r="r" b="b"/>
            <a:pathLst>
              <a:path w="3295650" h="3117850">
                <a:moveTo>
                  <a:pt x="0" y="3117693"/>
                </a:moveTo>
                <a:lnTo>
                  <a:pt x="3295290" y="2798608"/>
                </a:lnTo>
                <a:lnTo>
                  <a:pt x="3295290" y="0"/>
                </a:lnTo>
                <a:lnTo>
                  <a:pt x="3246559" y="15391"/>
                </a:lnTo>
                <a:lnTo>
                  <a:pt x="3208834" y="28355"/>
                </a:lnTo>
                <a:lnTo>
                  <a:pt x="3171389" y="42072"/>
                </a:lnTo>
                <a:lnTo>
                  <a:pt x="3134219" y="56532"/>
                </a:lnTo>
                <a:lnTo>
                  <a:pt x="3097322" y="71719"/>
                </a:lnTo>
                <a:lnTo>
                  <a:pt x="3060694" y="87622"/>
                </a:lnTo>
                <a:lnTo>
                  <a:pt x="3024331" y="104225"/>
                </a:lnTo>
                <a:lnTo>
                  <a:pt x="2988231" y="121518"/>
                </a:lnTo>
                <a:lnTo>
                  <a:pt x="2952390" y="139485"/>
                </a:lnTo>
                <a:lnTo>
                  <a:pt x="2916803" y="158114"/>
                </a:lnTo>
                <a:lnTo>
                  <a:pt x="2881469" y="177391"/>
                </a:lnTo>
                <a:lnTo>
                  <a:pt x="2846382" y="197304"/>
                </a:lnTo>
                <a:lnTo>
                  <a:pt x="2811541" y="217838"/>
                </a:lnTo>
                <a:lnTo>
                  <a:pt x="2776941" y="238982"/>
                </a:lnTo>
                <a:lnTo>
                  <a:pt x="2742579" y="260720"/>
                </a:lnTo>
                <a:lnTo>
                  <a:pt x="2708452" y="283041"/>
                </a:lnTo>
                <a:lnTo>
                  <a:pt x="2674555" y="305931"/>
                </a:lnTo>
                <a:lnTo>
                  <a:pt x="2640887" y="329376"/>
                </a:lnTo>
                <a:lnTo>
                  <a:pt x="2607442" y="353363"/>
                </a:lnTo>
                <a:lnTo>
                  <a:pt x="2574219" y="377880"/>
                </a:lnTo>
                <a:lnTo>
                  <a:pt x="2541213" y="402912"/>
                </a:lnTo>
                <a:lnTo>
                  <a:pt x="2508420" y="428447"/>
                </a:lnTo>
                <a:lnTo>
                  <a:pt x="2475838" y="454471"/>
                </a:lnTo>
                <a:lnTo>
                  <a:pt x="2443463" y="480971"/>
                </a:lnTo>
                <a:lnTo>
                  <a:pt x="2411292" y="507934"/>
                </a:lnTo>
                <a:lnTo>
                  <a:pt x="2379320" y="535346"/>
                </a:lnTo>
                <a:lnTo>
                  <a:pt x="2347545" y="563194"/>
                </a:lnTo>
                <a:lnTo>
                  <a:pt x="2315964" y="591465"/>
                </a:lnTo>
                <a:lnTo>
                  <a:pt x="2284572" y="620146"/>
                </a:lnTo>
                <a:lnTo>
                  <a:pt x="2222344" y="678683"/>
                </a:lnTo>
                <a:lnTo>
                  <a:pt x="2160833" y="738699"/>
                </a:lnTo>
                <a:lnTo>
                  <a:pt x="2100012" y="800088"/>
                </a:lnTo>
                <a:lnTo>
                  <a:pt x="2039854" y="862744"/>
                </a:lnTo>
                <a:lnTo>
                  <a:pt x="1980330" y="926561"/>
                </a:lnTo>
                <a:lnTo>
                  <a:pt x="1921414" y="991432"/>
                </a:lnTo>
                <a:lnTo>
                  <a:pt x="1863078" y="1057252"/>
                </a:lnTo>
                <a:lnTo>
                  <a:pt x="1805294" y="1123913"/>
                </a:lnTo>
                <a:lnTo>
                  <a:pt x="1748034" y="1191310"/>
                </a:lnTo>
                <a:lnTo>
                  <a:pt x="1663067" y="1293554"/>
                </a:lnTo>
                <a:lnTo>
                  <a:pt x="1579126" y="1396857"/>
                </a:lnTo>
                <a:lnTo>
                  <a:pt x="1468638" y="1535621"/>
                </a:lnTo>
                <a:lnTo>
                  <a:pt x="1012422" y="2119517"/>
                </a:lnTo>
                <a:lnTo>
                  <a:pt x="907013" y="2250882"/>
                </a:lnTo>
                <a:lnTo>
                  <a:pt x="828151" y="2346786"/>
                </a:lnTo>
                <a:lnTo>
                  <a:pt x="749353" y="2440046"/>
                </a:lnTo>
                <a:lnTo>
                  <a:pt x="696810" y="2500574"/>
                </a:lnTo>
                <a:lnTo>
                  <a:pt x="644226" y="2559660"/>
                </a:lnTo>
                <a:lnTo>
                  <a:pt x="591574" y="2617201"/>
                </a:lnTo>
                <a:lnTo>
                  <a:pt x="538826" y="2673088"/>
                </a:lnTo>
                <a:lnTo>
                  <a:pt x="485954" y="2727216"/>
                </a:lnTo>
                <a:lnTo>
                  <a:pt x="432931" y="2779479"/>
                </a:lnTo>
                <a:lnTo>
                  <a:pt x="379729" y="2829770"/>
                </a:lnTo>
                <a:lnTo>
                  <a:pt x="326322" y="2877984"/>
                </a:lnTo>
                <a:lnTo>
                  <a:pt x="272680" y="2924014"/>
                </a:lnTo>
                <a:lnTo>
                  <a:pt x="218777" y="2967754"/>
                </a:lnTo>
                <a:lnTo>
                  <a:pt x="164585" y="3009099"/>
                </a:lnTo>
                <a:lnTo>
                  <a:pt x="110077" y="3047940"/>
                </a:lnTo>
                <a:lnTo>
                  <a:pt x="55224" y="3084174"/>
                </a:lnTo>
                <a:lnTo>
                  <a:pt x="27660" y="3101279"/>
                </a:lnTo>
                <a:lnTo>
                  <a:pt x="0" y="3117693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65210" y="6526306"/>
            <a:ext cx="5422788" cy="376069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007793" y="7230864"/>
            <a:ext cx="5280205" cy="305613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87863" y="7934354"/>
            <a:ext cx="3400425" cy="2352675"/>
          </a:xfrm>
          <a:custGeom>
            <a:avLst/>
            <a:gdLst/>
            <a:ahLst/>
            <a:cxnLst/>
            <a:rect l="l" t="t" r="r" b="b"/>
            <a:pathLst>
              <a:path w="3400425" h="2352675">
                <a:moveTo>
                  <a:pt x="0" y="2352645"/>
                </a:moveTo>
                <a:lnTo>
                  <a:pt x="1534752" y="2352645"/>
                </a:lnTo>
                <a:lnTo>
                  <a:pt x="3400135" y="2277105"/>
                </a:lnTo>
                <a:lnTo>
                  <a:pt x="3400135" y="0"/>
                </a:lnTo>
                <a:lnTo>
                  <a:pt x="3380819" y="7473"/>
                </a:lnTo>
                <a:lnTo>
                  <a:pt x="3319572" y="32918"/>
                </a:lnTo>
                <a:lnTo>
                  <a:pt x="3258216" y="60669"/>
                </a:lnTo>
                <a:lnTo>
                  <a:pt x="3196689" y="90663"/>
                </a:lnTo>
                <a:lnTo>
                  <a:pt x="3134929" y="122838"/>
                </a:lnTo>
                <a:lnTo>
                  <a:pt x="3072874" y="157132"/>
                </a:lnTo>
                <a:lnTo>
                  <a:pt x="3010463" y="193483"/>
                </a:lnTo>
                <a:lnTo>
                  <a:pt x="2947633" y="231830"/>
                </a:lnTo>
                <a:lnTo>
                  <a:pt x="2884323" y="272111"/>
                </a:lnTo>
                <a:lnTo>
                  <a:pt x="2820470" y="314264"/>
                </a:lnTo>
                <a:lnTo>
                  <a:pt x="2788321" y="336023"/>
                </a:lnTo>
                <a:lnTo>
                  <a:pt x="2723538" y="380867"/>
                </a:lnTo>
                <a:lnTo>
                  <a:pt x="2658058" y="427428"/>
                </a:lnTo>
                <a:lnTo>
                  <a:pt x="2591819" y="475645"/>
                </a:lnTo>
                <a:lnTo>
                  <a:pt x="2490901" y="550939"/>
                </a:lnTo>
                <a:lnTo>
                  <a:pt x="2353110" y="656546"/>
                </a:lnTo>
                <a:lnTo>
                  <a:pt x="1591970" y="1257300"/>
                </a:lnTo>
                <a:lnTo>
                  <a:pt x="1378212" y="1421753"/>
                </a:lnTo>
                <a:lnTo>
                  <a:pt x="1199098" y="1556077"/>
                </a:lnTo>
                <a:lnTo>
                  <a:pt x="1059708" y="1658107"/>
                </a:lnTo>
                <a:lnTo>
                  <a:pt x="915753" y="1761009"/>
                </a:lnTo>
                <a:lnTo>
                  <a:pt x="767025" y="1864572"/>
                </a:lnTo>
                <a:lnTo>
                  <a:pt x="665118" y="1933879"/>
                </a:lnTo>
                <a:lnTo>
                  <a:pt x="560935" y="2003325"/>
                </a:lnTo>
                <a:lnTo>
                  <a:pt x="454413" y="2072849"/>
                </a:lnTo>
                <a:lnTo>
                  <a:pt x="345491" y="2142389"/>
                </a:lnTo>
                <a:lnTo>
                  <a:pt x="234107" y="2211883"/>
                </a:lnTo>
                <a:lnTo>
                  <a:pt x="120198" y="2281269"/>
                </a:lnTo>
                <a:lnTo>
                  <a:pt x="3704" y="2350486"/>
                </a:lnTo>
                <a:lnTo>
                  <a:pt x="0" y="2352645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816585" y="8423197"/>
            <a:ext cx="3471413" cy="186380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932721" y="8646758"/>
            <a:ext cx="3355278" cy="1640241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6747658" y="9814760"/>
            <a:ext cx="1540510" cy="472440"/>
          </a:xfrm>
          <a:custGeom>
            <a:avLst/>
            <a:gdLst/>
            <a:ahLst/>
            <a:cxnLst/>
            <a:rect l="l" t="t" r="r" b="b"/>
            <a:pathLst>
              <a:path w="1540509" h="472440">
                <a:moveTo>
                  <a:pt x="0" y="472238"/>
                </a:moveTo>
                <a:lnTo>
                  <a:pt x="1540341" y="472238"/>
                </a:lnTo>
                <a:lnTo>
                  <a:pt x="1540341" y="0"/>
                </a:lnTo>
                <a:lnTo>
                  <a:pt x="1498635" y="5871"/>
                </a:lnTo>
                <a:lnTo>
                  <a:pt x="1460587" y="11692"/>
                </a:lnTo>
                <a:lnTo>
                  <a:pt x="1422799" y="17894"/>
                </a:lnTo>
                <a:lnTo>
                  <a:pt x="1385260" y="24467"/>
                </a:lnTo>
                <a:lnTo>
                  <a:pt x="1310884" y="38694"/>
                </a:lnTo>
                <a:lnTo>
                  <a:pt x="1237370" y="54299"/>
                </a:lnTo>
                <a:lnTo>
                  <a:pt x="1164629" y="71208"/>
                </a:lnTo>
                <a:lnTo>
                  <a:pt x="1092573" y="89350"/>
                </a:lnTo>
                <a:lnTo>
                  <a:pt x="1021110" y="108650"/>
                </a:lnTo>
                <a:lnTo>
                  <a:pt x="950153" y="129037"/>
                </a:lnTo>
                <a:lnTo>
                  <a:pt x="879611" y="150436"/>
                </a:lnTo>
                <a:lnTo>
                  <a:pt x="809396" y="172774"/>
                </a:lnTo>
                <a:lnTo>
                  <a:pt x="704491" y="207884"/>
                </a:lnTo>
                <a:lnTo>
                  <a:pt x="564928" y="257303"/>
                </a:lnTo>
                <a:lnTo>
                  <a:pt x="0" y="472238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7256545" y="9973678"/>
            <a:ext cx="965835" cy="313690"/>
          </a:xfrm>
          <a:custGeom>
            <a:avLst/>
            <a:gdLst/>
            <a:ahLst/>
            <a:cxnLst/>
            <a:rect l="l" t="t" r="r" b="b"/>
            <a:pathLst>
              <a:path w="965834" h="313690">
                <a:moveTo>
                  <a:pt x="74015" y="288239"/>
                </a:moveTo>
                <a:lnTo>
                  <a:pt x="72377" y="272986"/>
                </a:lnTo>
                <a:lnTo>
                  <a:pt x="65074" y="259842"/>
                </a:lnTo>
                <a:lnTo>
                  <a:pt x="53428" y="251244"/>
                </a:lnTo>
                <a:lnTo>
                  <a:pt x="39128" y="247954"/>
                </a:lnTo>
                <a:lnTo>
                  <a:pt x="23876" y="250736"/>
                </a:lnTo>
                <a:lnTo>
                  <a:pt x="11874" y="258038"/>
                </a:lnTo>
                <a:lnTo>
                  <a:pt x="3657" y="269697"/>
                </a:lnTo>
                <a:lnTo>
                  <a:pt x="0" y="284010"/>
                </a:lnTo>
                <a:lnTo>
                  <a:pt x="1638" y="299262"/>
                </a:lnTo>
                <a:lnTo>
                  <a:pt x="7581" y="309029"/>
                </a:lnTo>
                <a:lnTo>
                  <a:pt x="12166" y="313321"/>
                </a:lnTo>
                <a:lnTo>
                  <a:pt x="62763" y="313321"/>
                </a:lnTo>
                <a:lnTo>
                  <a:pt x="70358" y="302552"/>
                </a:lnTo>
                <a:lnTo>
                  <a:pt x="74015" y="288239"/>
                </a:lnTo>
                <a:close/>
              </a:path>
              <a:path w="965834" h="313690">
                <a:moveTo>
                  <a:pt x="248958" y="226402"/>
                </a:moveTo>
                <a:lnTo>
                  <a:pt x="246176" y="212318"/>
                </a:lnTo>
                <a:lnTo>
                  <a:pt x="238912" y="199174"/>
                </a:lnTo>
                <a:lnTo>
                  <a:pt x="227482" y="190576"/>
                </a:lnTo>
                <a:lnTo>
                  <a:pt x="213779" y="187299"/>
                </a:lnTo>
                <a:lnTo>
                  <a:pt x="199694" y="190068"/>
                </a:lnTo>
                <a:lnTo>
                  <a:pt x="186550" y="197345"/>
                </a:lnTo>
                <a:lnTo>
                  <a:pt x="177965" y="208775"/>
                </a:lnTo>
                <a:lnTo>
                  <a:pt x="174688" y="222491"/>
                </a:lnTo>
                <a:lnTo>
                  <a:pt x="177457" y="236588"/>
                </a:lnTo>
                <a:lnTo>
                  <a:pt x="183400" y="247484"/>
                </a:lnTo>
                <a:lnTo>
                  <a:pt x="191604" y="255536"/>
                </a:lnTo>
                <a:lnTo>
                  <a:pt x="201333" y="260184"/>
                </a:lnTo>
                <a:lnTo>
                  <a:pt x="211823" y="260845"/>
                </a:lnTo>
                <a:lnTo>
                  <a:pt x="219900" y="260845"/>
                </a:lnTo>
                <a:lnTo>
                  <a:pt x="223939" y="258826"/>
                </a:lnTo>
                <a:lnTo>
                  <a:pt x="237083" y="251561"/>
                </a:lnTo>
                <a:lnTo>
                  <a:pt x="245668" y="240118"/>
                </a:lnTo>
                <a:lnTo>
                  <a:pt x="248958" y="226402"/>
                </a:lnTo>
                <a:close/>
              </a:path>
              <a:path w="965834" h="313690">
                <a:moveTo>
                  <a:pt x="420941" y="313321"/>
                </a:moveTo>
                <a:lnTo>
                  <a:pt x="419976" y="303314"/>
                </a:lnTo>
                <a:lnTo>
                  <a:pt x="413029" y="291274"/>
                </a:lnTo>
                <a:lnTo>
                  <a:pt x="402297" y="282841"/>
                </a:lnTo>
                <a:lnTo>
                  <a:pt x="389280" y="278574"/>
                </a:lnTo>
                <a:lnTo>
                  <a:pt x="375513" y="279044"/>
                </a:lnTo>
                <a:lnTo>
                  <a:pt x="363486" y="286004"/>
                </a:lnTo>
                <a:lnTo>
                  <a:pt x="355053" y="296735"/>
                </a:lnTo>
                <a:lnTo>
                  <a:pt x="350786" y="309753"/>
                </a:lnTo>
                <a:lnTo>
                  <a:pt x="350913" y="313321"/>
                </a:lnTo>
                <a:lnTo>
                  <a:pt x="420941" y="313321"/>
                </a:lnTo>
                <a:close/>
              </a:path>
              <a:path w="965834" h="313690">
                <a:moveTo>
                  <a:pt x="425627" y="170637"/>
                </a:moveTo>
                <a:lnTo>
                  <a:pt x="424014" y="155702"/>
                </a:lnTo>
                <a:lnTo>
                  <a:pt x="417042" y="142519"/>
                </a:lnTo>
                <a:lnTo>
                  <a:pt x="406082" y="133705"/>
                </a:lnTo>
                <a:lnTo>
                  <a:pt x="392468" y="129819"/>
                </a:lnTo>
                <a:lnTo>
                  <a:pt x="377532" y="131432"/>
                </a:lnTo>
                <a:lnTo>
                  <a:pt x="364363" y="138417"/>
                </a:lnTo>
                <a:lnTo>
                  <a:pt x="355561" y="149377"/>
                </a:lnTo>
                <a:lnTo>
                  <a:pt x="351675" y="162991"/>
                </a:lnTo>
                <a:lnTo>
                  <a:pt x="353288" y="177939"/>
                </a:lnTo>
                <a:lnTo>
                  <a:pt x="358394" y="188874"/>
                </a:lnTo>
                <a:lnTo>
                  <a:pt x="366928" y="197154"/>
                </a:lnTo>
                <a:lnTo>
                  <a:pt x="377329" y="202209"/>
                </a:lnTo>
                <a:lnTo>
                  <a:pt x="376491" y="202209"/>
                </a:lnTo>
                <a:lnTo>
                  <a:pt x="389661" y="204228"/>
                </a:lnTo>
                <a:lnTo>
                  <a:pt x="391680" y="204228"/>
                </a:lnTo>
                <a:lnTo>
                  <a:pt x="395719" y="202209"/>
                </a:lnTo>
                <a:lnTo>
                  <a:pt x="399770" y="202209"/>
                </a:lnTo>
                <a:lnTo>
                  <a:pt x="412940" y="195224"/>
                </a:lnTo>
                <a:lnTo>
                  <a:pt x="421741" y="184264"/>
                </a:lnTo>
                <a:lnTo>
                  <a:pt x="425627" y="170637"/>
                </a:lnTo>
                <a:close/>
              </a:path>
              <a:path w="965834" h="313690">
                <a:moveTo>
                  <a:pt x="595109" y="269697"/>
                </a:moveTo>
                <a:lnTo>
                  <a:pt x="593775" y="254787"/>
                </a:lnTo>
                <a:lnTo>
                  <a:pt x="587108" y="242455"/>
                </a:lnTo>
                <a:lnTo>
                  <a:pt x="576846" y="233553"/>
                </a:lnTo>
                <a:lnTo>
                  <a:pt x="563930" y="229184"/>
                </a:lnTo>
                <a:lnTo>
                  <a:pt x="549313" y="230517"/>
                </a:lnTo>
                <a:lnTo>
                  <a:pt x="537006" y="237185"/>
                </a:lnTo>
                <a:lnTo>
                  <a:pt x="528091" y="247446"/>
                </a:lnTo>
                <a:lnTo>
                  <a:pt x="523735" y="260375"/>
                </a:lnTo>
                <a:lnTo>
                  <a:pt x="525068" y="275005"/>
                </a:lnTo>
                <a:lnTo>
                  <a:pt x="529869" y="285940"/>
                </a:lnTo>
                <a:lnTo>
                  <a:pt x="537692" y="294208"/>
                </a:lnTo>
                <a:lnTo>
                  <a:pt x="547433" y="299262"/>
                </a:lnTo>
                <a:lnTo>
                  <a:pt x="546608" y="299262"/>
                </a:lnTo>
                <a:lnTo>
                  <a:pt x="559422" y="301294"/>
                </a:lnTo>
                <a:lnTo>
                  <a:pt x="563460" y="299262"/>
                </a:lnTo>
                <a:lnTo>
                  <a:pt x="569531" y="299262"/>
                </a:lnTo>
                <a:lnTo>
                  <a:pt x="581837" y="293458"/>
                </a:lnTo>
                <a:lnTo>
                  <a:pt x="590740" y="283095"/>
                </a:lnTo>
                <a:lnTo>
                  <a:pt x="595109" y="269697"/>
                </a:lnTo>
                <a:close/>
              </a:path>
              <a:path w="965834" h="313690">
                <a:moveTo>
                  <a:pt x="603161" y="120091"/>
                </a:moveTo>
                <a:lnTo>
                  <a:pt x="601865" y="105143"/>
                </a:lnTo>
                <a:lnTo>
                  <a:pt x="594880" y="91655"/>
                </a:lnTo>
                <a:lnTo>
                  <a:pt x="583920" y="82143"/>
                </a:lnTo>
                <a:lnTo>
                  <a:pt x="570318" y="77558"/>
                </a:lnTo>
                <a:lnTo>
                  <a:pt x="555383" y="78854"/>
                </a:lnTo>
                <a:lnTo>
                  <a:pt x="541896" y="85813"/>
                </a:lnTo>
                <a:lnTo>
                  <a:pt x="532396" y="96545"/>
                </a:lnTo>
                <a:lnTo>
                  <a:pt x="527812" y="109562"/>
                </a:lnTo>
                <a:lnTo>
                  <a:pt x="529107" y="123342"/>
                </a:lnTo>
                <a:lnTo>
                  <a:pt x="534225" y="134594"/>
                </a:lnTo>
                <a:lnTo>
                  <a:pt x="542747" y="143560"/>
                </a:lnTo>
                <a:lnTo>
                  <a:pt x="553542" y="149504"/>
                </a:lnTo>
                <a:lnTo>
                  <a:pt x="565480" y="151650"/>
                </a:lnTo>
                <a:lnTo>
                  <a:pt x="575589" y="151650"/>
                </a:lnTo>
                <a:lnTo>
                  <a:pt x="589076" y="144665"/>
                </a:lnTo>
                <a:lnTo>
                  <a:pt x="598576" y="133705"/>
                </a:lnTo>
                <a:lnTo>
                  <a:pt x="603161" y="120091"/>
                </a:lnTo>
                <a:close/>
              </a:path>
              <a:path w="965834" h="313690">
                <a:moveTo>
                  <a:pt x="769759" y="226910"/>
                </a:moveTo>
                <a:lnTo>
                  <a:pt x="769620" y="214744"/>
                </a:lnTo>
                <a:lnTo>
                  <a:pt x="769594" y="212318"/>
                </a:lnTo>
                <a:lnTo>
                  <a:pt x="764108" y="199961"/>
                </a:lnTo>
                <a:lnTo>
                  <a:pt x="754443" y="190830"/>
                </a:lnTo>
                <a:lnTo>
                  <a:pt x="741743" y="185877"/>
                </a:lnTo>
                <a:lnTo>
                  <a:pt x="727494" y="185877"/>
                </a:lnTo>
                <a:lnTo>
                  <a:pt x="714819" y="191808"/>
                </a:lnTo>
                <a:lnTo>
                  <a:pt x="705688" y="201955"/>
                </a:lnTo>
                <a:lnTo>
                  <a:pt x="700735" y="214744"/>
                </a:lnTo>
                <a:lnTo>
                  <a:pt x="700874" y="226910"/>
                </a:lnTo>
                <a:lnTo>
                  <a:pt x="700887" y="228498"/>
                </a:lnTo>
                <a:lnTo>
                  <a:pt x="705637" y="239610"/>
                </a:lnTo>
                <a:lnTo>
                  <a:pt x="713524" y="248716"/>
                </a:lnTo>
                <a:lnTo>
                  <a:pt x="723620" y="254660"/>
                </a:lnTo>
                <a:lnTo>
                  <a:pt x="735241" y="256806"/>
                </a:lnTo>
                <a:lnTo>
                  <a:pt x="739279" y="256806"/>
                </a:lnTo>
                <a:lnTo>
                  <a:pt x="743610" y="254660"/>
                </a:lnTo>
                <a:lnTo>
                  <a:pt x="755675" y="249288"/>
                </a:lnTo>
                <a:lnTo>
                  <a:pt x="764794" y="239610"/>
                </a:lnTo>
                <a:lnTo>
                  <a:pt x="769759" y="226910"/>
                </a:lnTo>
                <a:close/>
              </a:path>
              <a:path w="965834" h="313690">
                <a:moveTo>
                  <a:pt x="783869" y="77597"/>
                </a:moveTo>
                <a:lnTo>
                  <a:pt x="783742" y="62674"/>
                </a:lnTo>
                <a:lnTo>
                  <a:pt x="777938" y="49161"/>
                </a:lnTo>
                <a:lnTo>
                  <a:pt x="767575" y="39420"/>
                </a:lnTo>
                <a:lnTo>
                  <a:pt x="754189" y="34239"/>
                </a:lnTo>
                <a:lnTo>
                  <a:pt x="739584" y="34239"/>
                </a:lnTo>
                <a:lnTo>
                  <a:pt x="725766" y="40182"/>
                </a:lnTo>
                <a:lnTo>
                  <a:pt x="716038" y="50546"/>
                </a:lnTo>
                <a:lnTo>
                  <a:pt x="710869" y="63944"/>
                </a:lnTo>
                <a:lnTo>
                  <a:pt x="710996" y="78854"/>
                </a:lnTo>
                <a:lnTo>
                  <a:pt x="715822" y="90957"/>
                </a:lnTo>
                <a:lnTo>
                  <a:pt x="723874" y="99834"/>
                </a:lnTo>
                <a:lnTo>
                  <a:pt x="734580" y="105308"/>
                </a:lnTo>
                <a:lnTo>
                  <a:pt x="747369" y="107162"/>
                </a:lnTo>
                <a:lnTo>
                  <a:pt x="749388" y="109194"/>
                </a:lnTo>
                <a:lnTo>
                  <a:pt x="751408" y="109194"/>
                </a:lnTo>
                <a:lnTo>
                  <a:pt x="755446" y="107162"/>
                </a:lnTo>
                <a:lnTo>
                  <a:pt x="768972" y="101358"/>
                </a:lnTo>
                <a:lnTo>
                  <a:pt x="778700" y="90957"/>
                </a:lnTo>
                <a:lnTo>
                  <a:pt x="783869" y="77597"/>
                </a:lnTo>
                <a:close/>
              </a:path>
              <a:path w="965834" h="313690">
                <a:moveTo>
                  <a:pt x="918337" y="313321"/>
                </a:moveTo>
                <a:lnTo>
                  <a:pt x="913345" y="308114"/>
                </a:lnTo>
                <a:lnTo>
                  <a:pt x="901941" y="303161"/>
                </a:lnTo>
                <a:lnTo>
                  <a:pt x="888834" y="303314"/>
                </a:lnTo>
                <a:lnTo>
                  <a:pt x="876490" y="308457"/>
                </a:lnTo>
                <a:lnTo>
                  <a:pt x="871423" y="313321"/>
                </a:lnTo>
                <a:lnTo>
                  <a:pt x="918337" y="313321"/>
                </a:lnTo>
                <a:close/>
              </a:path>
              <a:path w="965834" h="313690">
                <a:moveTo>
                  <a:pt x="947572" y="193395"/>
                </a:moveTo>
                <a:lnTo>
                  <a:pt x="947445" y="179959"/>
                </a:lnTo>
                <a:lnTo>
                  <a:pt x="941984" y="167297"/>
                </a:lnTo>
                <a:lnTo>
                  <a:pt x="932535" y="157467"/>
                </a:lnTo>
                <a:lnTo>
                  <a:pt x="920102" y="151650"/>
                </a:lnTo>
                <a:lnTo>
                  <a:pt x="907021" y="151650"/>
                </a:lnTo>
                <a:lnTo>
                  <a:pt x="893508" y="157124"/>
                </a:lnTo>
                <a:lnTo>
                  <a:pt x="883780" y="166573"/>
                </a:lnTo>
                <a:lnTo>
                  <a:pt x="878598" y="178663"/>
                </a:lnTo>
                <a:lnTo>
                  <a:pt x="878725" y="192100"/>
                </a:lnTo>
                <a:lnTo>
                  <a:pt x="883526" y="204508"/>
                </a:lnTo>
                <a:lnTo>
                  <a:pt x="891362" y="214083"/>
                </a:lnTo>
                <a:lnTo>
                  <a:pt x="901471" y="220243"/>
                </a:lnTo>
                <a:lnTo>
                  <a:pt x="913091" y="222427"/>
                </a:lnTo>
                <a:lnTo>
                  <a:pt x="913091" y="220243"/>
                </a:lnTo>
                <a:lnTo>
                  <a:pt x="919543" y="220243"/>
                </a:lnTo>
                <a:lnTo>
                  <a:pt x="932662" y="214934"/>
                </a:lnTo>
                <a:lnTo>
                  <a:pt x="942390" y="205498"/>
                </a:lnTo>
                <a:lnTo>
                  <a:pt x="947572" y="193395"/>
                </a:lnTo>
                <a:close/>
              </a:path>
              <a:path w="965834" h="313690">
                <a:moveTo>
                  <a:pt x="965631" y="30327"/>
                </a:moveTo>
                <a:lnTo>
                  <a:pt x="960132" y="16484"/>
                </a:lnTo>
                <a:lnTo>
                  <a:pt x="950480" y="6057"/>
                </a:lnTo>
                <a:lnTo>
                  <a:pt x="937374" y="0"/>
                </a:lnTo>
                <a:lnTo>
                  <a:pt x="923188" y="0"/>
                </a:lnTo>
                <a:lnTo>
                  <a:pt x="909358" y="5486"/>
                </a:lnTo>
                <a:lnTo>
                  <a:pt x="898944" y="15163"/>
                </a:lnTo>
                <a:lnTo>
                  <a:pt x="893064" y="27863"/>
                </a:lnTo>
                <a:lnTo>
                  <a:pt x="892873" y="42456"/>
                </a:lnTo>
                <a:lnTo>
                  <a:pt x="897712" y="54876"/>
                </a:lnTo>
                <a:lnTo>
                  <a:pt x="905764" y="64452"/>
                </a:lnTo>
                <a:lnTo>
                  <a:pt x="916470" y="70612"/>
                </a:lnTo>
                <a:lnTo>
                  <a:pt x="929259" y="72796"/>
                </a:lnTo>
                <a:lnTo>
                  <a:pt x="931278" y="74815"/>
                </a:lnTo>
                <a:lnTo>
                  <a:pt x="933297" y="72796"/>
                </a:lnTo>
                <a:lnTo>
                  <a:pt x="935316" y="72796"/>
                </a:lnTo>
                <a:lnTo>
                  <a:pt x="949147" y="67297"/>
                </a:lnTo>
                <a:lnTo>
                  <a:pt x="959573" y="57619"/>
                </a:lnTo>
                <a:lnTo>
                  <a:pt x="965441" y="44919"/>
                </a:lnTo>
                <a:lnTo>
                  <a:pt x="965631" y="30327"/>
                </a:lnTo>
                <a:close/>
              </a:path>
            </a:pathLst>
          </a:custGeom>
          <a:solidFill>
            <a:srgbClr val="2E4D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1356624"/>
            <a:ext cx="3295015" cy="3117850"/>
          </a:xfrm>
          <a:custGeom>
            <a:avLst/>
            <a:gdLst/>
            <a:ahLst/>
            <a:cxnLst/>
            <a:rect l="l" t="t" r="r" b="b"/>
            <a:pathLst>
              <a:path w="3295015" h="3117850">
                <a:moveTo>
                  <a:pt x="3294962" y="0"/>
                </a:moveTo>
                <a:lnTo>
                  <a:pt x="0" y="319052"/>
                </a:lnTo>
                <a:lnTo>
                  <a:pt x="0" y="3117595"/>
                </a:lnTo>
                <a:lnTo>
                  <a:pt x="48403" y="3102301"/>
                </a:lnTo>
                <a:lnTo>
                  <a:pt x="86128" y="3089338"/>
                </a:lnTo>
                <a:lnTo>
                  <a:pt x="123573" y="3075620"/>
                </a:lnTo>
                <a:lnTo>
                  <a:pt x="160743" y="3061160"/>
                </a:lnTo>
                <a:lnTo>
                  <a:pt x="197640" y="3045973"/>
                </a:lnTo>
                <a:lnTo>
                  <a:pt x="234268" y="3030070"/>
                </a:lnTo>
                <a:lnTo>
                  <a:pt x="270630" y="3013467"/>
                </a:lnTo>
                <a:lnTo>
                  <a:pt x="306731" y="2996174"/>
                </a:lnTo>
                <a:lnTo>
                  <a:pt x="342572" y="2978207"/>
                </a:lnTo>
                <a:lnTo>
                  <a:pt x="378159" y="2959578"/>
                </a:lnTo>
                <a:lnTo>
                  <a:pt x="413493" y="2940301"/>
                </a:lnTo>
                <a:lnTo>
                  <a:pt x="448580" y="2920388"/>
                </a:lnTo>
                <a:lnTo>
                  <a:pt x="483421" y="2899854"/>
                </a:lnTo>
                <a:lnTo>
                  <a:pt x="518021" y="2878710"/>
                </a:lnTo>
                <a:lnTo>
                  <a:pt x="552383" y="2856972"/>
                </a:lnTo>
                <a:lnTo>
                  <a:pt x="586510" y="2834651"/>
                </a:lnTo>
                <a:lnTo>
                  <a:pt x="620406" y="2811761"/>
                </a:lnTo>
                <a:lnTo>
                  <a:pt x="654075" y="2788316"/>
                </a:lnTo>
                <a:lnTo>
                  <a:pt x="687519" y="2764329"/>
                </a:lnTo>
                <a:lnTo>
                  <a:pt x="720743" y="2739812"/>
                </a:lnTo>
                <a:lnTo>
                  <a:pt x="753749" y="2714780"/>
                </a:lnTo>
                <a:lnTo>
                  <a:pt x="786542" y="2689245"/>
                </a:lnTo>
                <a:lnTo>
                  <a:pt x="819124" y="2663221"/>
                </a:lnTo>
                <a:lnTo>
                  <a:pt x="851499" y="2636721"/>
                </a:lnTo>
                <a:lnTo>
                  <a:pt x="883670" y="2609758"/>
                </a:lnTo>
                <a:lnTo>
                  <a:pt x="915642" y="2582346"/>
                </a:lnTo>
                <a:lnTo>
                  <a:pt x="947417" y="2554498"/>
                </a:lnTo>
                <a:lnTo>
                  <a:pt x="978998" y="2526227"/>
                </a:lnTo>
                <a:lnTo>
                  <a:pt x="1010390" y="2497546"/>
                </a:lnTo>
                <a:lnTo>
                  <a:pt x="1072618" y="2439009"/>
                </a:lnTo>
                <a:lnTo>
                  <a:pt x="1134129" y="2378993"/>
                </a:lnTo>
                <a:lnTo>
                  <a:pt x="1194950" y="2317604"/>
                </a:lnTo>
                <a:lnTo>
                  <a:pt x="1255108" y="2254948"/>
                </a:lnTo>
                <a:lnTo>
                  <a:pt x="1314632" y="2191131"/>
                </a:lnTo>
                <a:lnTo>
                  <a:pt x="1373548" y="2126260"/>
                </a:lnTo>
                <a:lnTo>
                  <a:pt x="1431884" y="2060440"/>
                </a:lnTo>
                <a:lnTo>
                  <a:pt x="1489668" y="1993779"/>
                </a:lnTo>
                <a:lnTo>
                  <a:pt x="1546928" y="1926382"/>
                </a:lnTo>
                <a:lnTo>
                  <a:pt x="1631895" y="1824138"/>
                </a:lnTo>
                <a:lnTo>
                  <a:pt x="1715836" y="1720835"/>
                </a:lnTo>
                <a:lnTo>
                  <a:pt x="1826324" y="1582071"/>
                </a:lnTo>
                <a:lnTo>
                  <a:pt x="2282540" y="998175"/>
                </a:lnTo>
                <a:lnTo>
                  <a:pt x="2387949" y="866810"/>
                </a:lnTo>
                <a:lnTo>
                  <a:pt x="2466810" y="770906"/>
                </a:lnTo>
                <a:lnTo>
                  <a:pt x="2545609" y="677646"/>
                </a:lnTo>
                <a:lnTo>
                  <a:pt x="2598152" y="617118"/>
                </a:lnTo>
                <a:lnTo>
                  <a:pt x="2650736" y="558032"/>
                </a:lnTo>
                <a:lnTo>
                  <a:pt x="2703388" y="500491"/>
                </a:lnTo>
                <a:lnTo>
                  <a:pt x="2756136" y="444604"/>
                </a:lnTo>
                <a:lnTo>
                  <a:pt x="2809008" y="390476"/>
                </a:lnTo>
                <a:lnTo>
                  <a:pt x="2862031" y="338213"/>
                </a:lnTo>
                <a:lnTo>
                  <a:pt x="2915232" y="287922"/>
                </a:lnTo>
                <a:lnTo>
                  <a:pt x="2968640" y="239708"/>
                </a:lnTo>
                <a:lnTo>
                  <a:pt x="3022282" y="193678"/>
                </a:lnTo>
                <a:lnTo>
                  <a:pt x="3076185" y="149938"/>
                </a:lnTo>
                <a:lnTo>
                  <a:pt x="3130377" y="108594"/>
                </a:lnTo>
                <a:lnTo>
                  <a:pt x="3184885" y="69752"/>
                </a:lnTo>
                <a:lnTo>
                  <a:pt x="3239738" y="33518"/>
                </a:lnTo>
                <a:lnTo>
                  <a:pt x="3267302" y="16413"/>
                </a:lnTo>
                <a:lnTo>
                  <a:pt x="3294962" y="0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5422176" cy="376049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5279597" cy="3055953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0" y="0"/>
            <a:ext cx="3399790" cy="2352675"/>
          </a:xfrm>
          <a:custGeom>
            <a:avLst/>
            <a:gdLst/>
            <a:ahLst/>
            <a:cxnLst/>
            <a:rect l="l" t="t" r="r" b="b"/>
            <a:pathLst>
              <a:path w="3399790" h="2352675">
                <a:moveTo>
                  <a:pt x="3399597" y="0"/>
                </a:moveTo>
                <a:lnTo>
                  <a:pt x="1862015" y="0"/>
                </a:lnTo>
                <a:lnTo>
                  <a:pt x="0" y="75403"/>
                </a:lnTo>
                <a:lnTo>
                  <a:pt x="0" y="2352395"/>
                </a:lnTo>
                <a:lnTo>
                  <a:pt x="18988" y="2345049"/>
                </a:lnTo>
                <a:lnTo>
                  <a:pt x="80235" y="2319603"/>
                </a:lnTo>
                <a:lnTo>
                  <a:pt x="141592" y="2291852"/>
                </a:lnTo>
                <a:lnTo>
                  <a:pt x="203119" y="2261859"/>
                </a:lnTo>
                <a:lnTo>
                  <a:pt x="264879" y="2229684"/>
                </a:lnTo>
                <a:lnTo>
                  <a:pt x="326933" y="2195390"/>
                </a:lnTo>
                <a:lnTo>
                  <a:pt x="389344" y="2159038"/>
                </a:lnTo>
                <a:lnTo>
                  <a:pt x="452174" y="2120691"/>
                </a:lnTo>
                <a:lnTo>
                  <a:pt x="515485" y="2080410"/>
                </a:lnTo>
                <a:lnTo>
                  <a:pt x="579338" y="2038258"/>
                </a:lnTo>
                <a:lnTo>
                  <a:pt x="611487" y="2016499"/>
                </a:lnTo>
                <a:lnTo>
                  <a:pt x="676269" y="1971654"/>
                </a:lnTo>
                <a:lnTo>
                  <a:pt x="741749" y="1925093"/>
                </a:lnTo>
                <a:lnTo>
                  <a:pt x="807988" y="1876876"/>
                </a:lnTo>
                <a:lnTo>
                  <a:pt x="908906" y="1801582"/>
                </a:lnTo>
                <a:lnTo>
                  <a:pt x="1046698" y="1695975"/>
                </a:lnTo>
                <a:lnTo>
                  <a:pt x="1807837" y="1095221"/>
                </a:lnTo>
                <a:lnTo>
                  <a:pt x="2021596" y="930769"/>
                </a:lnTo>
                <a:lnTo>
                  <a:pt x="2200710" y="796444"/>
                </a:lnTo>
                <a:lnTo>
                  <a:pt x="2340100" y="694414"/>
                </a:lnTo>
                <a:lnTo>
                  <a:pt x="2484054" y="591513"/>
                </a:lnTo>
                <a:lnTo>
                  <a:pt x="2632782" y="487950"/>
                </a:lnTo>
                <a:lnTo>
                  <a:pt x="2734689" y="418643"/>
                </a:lnTo>
                <a:lnTo>
                  <a:pt x="2838873" y="349196"/>
                </a:lnTo>
                <a:lnTo>
                  <a:pt x="2945394" y="279672"/>
                </a:lnTo>
                <a:lnTo>
                  <a:pt x="3054317" y="210132"/>
                </a:lnTo>
                <a:lnTo>
                  <a:pt x="3165701" y="140638"/>
                </a:lnTo>
                <a:lnTo>
                  <a:pt x="3279609" y="71252"/>
                </a:lnTo>
                <a:lnTo>
                  <a:pt x="3396103" y="2036"/>
                </a:lnTo>
                <a:lnTo>
                  <a:pt x="3399597" y="0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3470815" cy="1863615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0" y="0"/>
            <a:ext cx="3354664" cy="1640060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0" y="0"/>
            <a:ext cx="1539875" cy="472440"/>
          </a:xfrm>
          <a:custGeom>
            <a:avLst/>
            <a:gdLst/>
            <a:ahLst/>
            <a:cxnLst/>
            <a:rect l="l" t="t" r="r" b="b"/>
            <a:pathLst>
              <a:path w="1539875" h="472440">
                <a:moveTo>
                  <a:pt x="1539691" y="0"/>
                </a:moveTo>
                <a:lnTo>
                  <a:pt x="0" y="0"/>
                </a:lnTo>
                <a:lnTo>
                  <a:pt x="0" y="472072"/>
                </a:lnTo>
                <a:lnTo>
                  <a:pt x="41377" y="466243"/>
                </a:lnTo>
                <a:lnTo>
                  <a:pt x="79426" y="460423"/>
                </a:lnTo>
                <a:lnTo>
                  <a:pt x="117214" y="454221"/>
                </a:lnTo>
                <a:lnTo>
                  <a:pt x="154753" y="447647"/>
                </a:lnTo>
                <a:lnTo>
                  <a:pt x="229129" y="433421"/>
                </a:lnTo>
                <a:lnTo>
                  <a:pt x="302642" y="417816"/>
                </a:lnTo>
                <a:lnTo>
                  <a:pt x="375383" y="400906"/>
                </a:lnTo>
                <a:lnTo>
                  <a:pt x="447440" y="382765"/>
                </a:lnTo>
                <a:lnTo>
                  <a:pt x="518903" y="363464"/>
                </a:lnTo>
                <a:lnTo>
                  <a:pt x="589860" y="343078"/>
                </a:lnTo>
                <a:lnTo>
                  <a:pt x="660401" y="321679"/>
                </a:lnTo>
                <a:lnTo>
                  <a:pt x="730616" y="299340"/>
                </a:lnTo>
                <a:lnTo>
                  <a:pt x="835521" y="264231"/>
                </a:lnTo>
                <a:lnTo>
                  <a:pt x="975085" y="214811"/>
                </a:lnTo>
                <a:lnTo>
                  <a:pt x="1539691" y="0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65481" y="11"/>
            <a:ext cx="965835" cy="313690"/>
          </a:xfrm>
          <a:custGeom>
            <a:avLst/>
            <a:gdLst/>
            <a:ahLst/>
            <a:cxnLst/>
            <a:rect l="l" t="t" r="r" b="b"/>
            <a:pathLst>
              <a:path w="965835" h="313690">
                <a:moveTo>
                  <a:pt x="72758" y="270738"/>
                </a:moveTo>
                <a:lnTo>
                  <a:pt x="67919" y="258318"/>
                </a:lnTo>
                <a:lnTo>
                  <a:pt x="59867" y="248754"/>
                </a:lnTo>
                <a:lnTo>
                  <a:pt x="49174" y="242582"/>
                </a:lnTo>
                <a:lnTo>
                  <a:pt x="36385" y="240411"/>
                </a:lnTo>
                <a:lnTo>
                  <a:pt x="34353" y="238391"/>
                </a:lnTo>
                <a:lnTo>
                  <a:pt x="32334" y="240411"/>
                </a:lnTo>
                <a:lnTo>
                  <a:pt x="30314" y="240411"/>
                </a:lnTo>
                <a:lnTo>
                  <a:pt x="16484" y="245910"/>
                </a:lnTo>
                <a:lnTo>
                  <a:pt x="6070" y="255574"/>
                </a:lnTo>
                <a:lnTo>
                  <a:pt x="190" y="268274"/>
                </a:lnTo>
                <a:lnTo>
                  <a:pt x="0" y="282867"/>
                </a:lnTo>
                <a:lnTo>
                  <a:pt x="5499" y="296710"/>
                </a:lnTo>
                <a:lnTo>
                  <a:pt x="15163" y="307136"/>
                </a:lnTo>
                <a:lnTo>
                  <a:pt x="28257" y="313207"/>
                </a:lnTo>
                <a:lnTo>
                  <a:pt x="42443" y="313207"/>
                </a:lnTo>
                <a:lnTo>
                  <a:pt x="56273" y="307708"/>
                </a:lnTo>
                <a:lnTo>
                  <a:pt x="66700" y="298043"/>
                </a:lnTo>
                <a:lnTo>
                  <a:pt x="72567" y="285330"/>
                </a:lnTo>
                <a:lnTo>
                  <a:pt x="72758" y="270738"/>
                </a:lnTo>
                <a:close/>
              </a:path>
              <a:path w="965835" h="313690">
                <a:moveTo>
                  <a:pt x="87033" y="134531"/>
                </a:moveTo>
                <a:lnTo>
                  <a:pt x="64173" y="92951"/>
                </a:lnTo>
                <a:lnTo>
                  <a:pt x="52552" y="90766"/>
                </a:lnTo>
                <a:lnTo>
                  <a:pt x="52552" y="92951"/>
                </a:lnTo>
                <a:lnTo>
                  <a:pt x="46088" y="92951"/>
                </a:lnTo>
                <a:lnTo>
                  <a:pt x="32969" y="98259"/>
                </a:lnTo>
                <a:lnTo>
                  <a:pt x="23241" y="107708"/>
                </a:lnTo>
                <a:lnTo>
                  <a:pt x="18059" y="119811"/>
                </a:lnTo>
                <a:lnTo>
                  <a:pt x="18186" y="133235"/>
                </a:lnTo>
                <a:lnTo>
                  <a:pt x="23660" y="145910"/>
                </a:lnTo>
                <a:lnTo>
                  <a:pt x="33096" y="155727"/>
                </a:lnTo>
                <a:lnTo>
                  <a:pt x="45529" y="161544"/>
                </a:lnTo>
                <a:lnTo>
                  <a:pt x="58610" y="161544"/>
                </a:lnTo>
                <a:lnTo>
                  <a:pt x="72123" y="156083"/>
                </a:lnTo>
                <a:lnTo>
                  <a:pt x="81851" y="146634"/>
                </a:lnTo>
                <a:lnTo>
                  <a:pt x="87033" y="134531"/>
                </a:lnTo>
                <a:close/>
              </a:path>
              <a:path w="965835" h="313690">
                <a:moveTo>
                  <a:pt x="94094" y="0"/>
                </a:moveTo>
                <a:lnTo>
                  <a:pt x="47421" y="0"/>
                </a:lnTo>
                <a:lnTo>
                  <a:pt x="52298" y="5080"/>
                </a:lnTo>
                <a:lnTo>
                  <a:pt x="63690" y="10045"/>
                </a:lnTo>
                <a:lnTo>
                  <a:pt x="76796" y="9880"/>
                </a:lnTo>
                <a:lnTo>
                  <a:pt x="89141" y="4737"/>
                </a:lnTo>
                <a:lnTo>
                  <a:pt x="94094" y="0"/>
                </a:lnTo>
                <a:close/>
              </a:path>
              <a:path w="965835" h="313690">
                <a:moveTo>
                  <a:pt x="254774" y="249250"/>
                </a:moveTo>
                <a:lnTo>
                  <a:pt x="241757" y="213360"/>
                </a:lnTo>
                <a:lnTo>
                  <a:pt x="218262" y="206032"/>
                </a:lnTo>
                <a:lnTo>
                  <a:pt x="216242" y="204012"/>
                </a:lnTo>
                <a:lnTo>
                  <a:pt x="214223" y="204012"/>
                </a:lnTo>
                <a:lnTo>
                  <a:pt x="210185" y="206032"/>
                </a:lnTo>
                <a:lnTo>
                  <a:pt x="196672" y="211848"/>
                </a:lnTo>
                <a:lnTo>
                  <a:pt x="186931" y="222237"/>
                </a:lnTo>
                <a:lnTo>
                  <a:pt x="181762" y="235610"/>
                </a:lnTo>
                <a:lnTo>
                  <a:pt x="181889" y="250520"/>
                </a:lnTo>
                <a:lnTo>
                  <a:pt x="187693" y="264045"/>
                </a:lnTo>
                <a:lnTo>
                  <a:pt x="198056" y="273773"/>
                </a:lnTo>
                <a:lnTo>
                  <a:pt x="211442" y="278955"/>
                </a:lnTo>
                <a:lnTo>
                  <a:pt x="226060" y="278955"/>
                </a:lnTo>
                <a:lnTo>
                  <a:pt x="239864" y="273011"/>
                </a:lnTo>
                <a:lnTo>
                  <a:pt x="249593" y="262648"/>
                </a:lnTo>
                <a:lnTo>
                  <a:pt x="254774" y="249250"/>
                </a:lnTo>
                <a:close/>
              </a:path>
              <a:path w="965835" h="313690">
                <a:moveTo>
                  <a:pt x="264909" y="98450"/>
                </a:moveTo>
                <a:lnTo>
                  <a:pt x="242011" y="58547"/>
                </a:lnTo>
                <a:lnTo>
                  <a:pt x="230390" y="56400"/>
                </a:lnTo>
                <a:lnTo>
                  <a:pt x="226352" y="56400"/>
                </a:lnTo>
                <a:lnTo>
                  <a:pt x="222021" y="58547"/>
                </a:lnTo>
                <a:lnTo>
                  <a:pt x="209956" y="63919"/>
                </a:lnTo>
                <a:lnTo>
                  <a:pt x="200837" y="73583"/>
                </a:lnTo>
                <a:lnTo>
                  <a:pt x="195872" y="86283"/>
                </a:lnTo>
                <a:lnTo>
                  <a:pt x="196011" y="98450"/>
                </a:lnTo>
                <a:lnTo>
                  <a:pt x="196037" y="100876"/>
                </a:lnTo>
                <a:lnTo>
                  <a:pt x="201523" y="113233"/>
                </a:lnTo>
                <a:lnTo>
                  <a:pt x="211188" y="122364"/>
                </a:lnTo>
                <a:lnTo>
                  <a:pt x="223888" y="127330"/>
                </a:lnTo>
                <a:lnTo>
                  <a:pt x="238137" y="127330"/>
                </a:lnTo>
                <a:lnTo>
                  <a:pt x="250825" y="121386"/>
                </a:lnTo>
                <a:lnTo>
                  <a:pt x="259943" y="111239"/>
                </a:lnTo>
                <a:lnTo>
                  <a:pt x="264909" y="98450"/>
                </a:lnTo>
                <a:close/>
              </a:path>
              <a:path w="965835" h="313690">
                <a:moveTo>
                  <a:pt x="437819" y="203631"/>
                </a:moveTo>
                <a:lnTo>
                  <a:pt x="412089" y="163690"/>
                </a:lnTo>
                <a:lnTo>
                  <a:pt x="400151" y="161544"/>
                </a:lnTo>
                <a:lnTo>
                  <a:pt x="390042" y="161544"/>
                </a:lnTo>
                <a:lnTo>
                  <a:pt x="376567" y="168529"/>
                </a:lnTo>
                <a:lnTo>
                  <a:pt x="367055" y="179489"/>
                </a:lnTo>
                <a:lnTo>
                  <a:pt x="362483" y="193103"/>
                </a:lnTo>
                <a:lnTo>
                  <a:pt x="363778" y="208051"/>
                </a:lnTo>
                <a:lnTo>
                  <a:pt x="370751" y="221551"/>
                </a:lnTo>
                <a:lnTo>
                  <a:pt x="381711" y="231051"/>
                </a:lnTo>
                <a:lnTo>
                  <a:pt x="395312" y="235635"/>
                </a:lnTo>
                <a:lnTo>
                  <a:pt x="410260" y="234340"/>
                </a:lnTo>
                <a:lnTo>
                  <a:pt x="423735" y="227393"/>
                </a:lnTo>
                <a:lnTo>
                  <a:pt x="433247" y="216649"/>
                </a:lnTo>
                <a:lnTo>
                  <a:pt x="437819" y="203631"/>
                </a:lnTo>
                <a:close/>
              </a:path>
              <a:path w="965835" h="313690">
                <a:moveTo>
                  <a:pt x="441896" y="52819"/>
                </a:moveTo>
                <a:lnTo>
                  <a:pt x="440563" y="38201"/>
                </a:lnTo>
                <a:lnTo>
                  <a:pt x="435775" y="27266"/>
                </a:lnTo>
                <a:lnTo>
                  <a:pt x="427939" y="18986"/>
                </a:lnTo>
                <a:lnTo>
                  <a:pt x="418198" y="13931"/>
                </a:lnTo>
                <a:lnTo>
                  <a:pt x="419036" y="13931"/>
                </a:lnTo>
                <a:lnTo>
                  <a:pt x="406209" y="11912"/>
                </a:lnTo>
                <a:lnTo>
                  <a:pt x="402170" y="13931"/>
                </a:lnTo>
                <a:lnTo>
                  <a:pt x="396113" y="13931"/>
                </a:lnTo>
                <a:lnTo>
                  <a:pt x="383794" y="19748"/>
                </a:lnTo>
                <a:lnTo>
                  <a:pt x="374891" y="30111"/>
                </a:lnTo>
                <a:lnTo>
                  <a:pt x="370535" y="43510"/>
                </a:lnTo>
                <a:lnTo>
                  <a:pt x="371856" y="58420"/>
                </a:lnTo>
                <a:lnTo>
                  <a:pt x="378523" y="70739"/>
                </a:lnTo>
                <a:lnTo>
                  <a:pt x="388785" y="79654"/>
                </a:lnTo>
                <a:lnTo>
                  <a:pt x="401701" y="84010"/>
                </a:lnTo>
                <a:lnTo>
                  <a:pt x="416318" y="82689"/>
                </a:lnTo>
                <a:lnTo>
                  <a:pt x="428637" y="76022"/>
                </a:lnTo>
                <a:lnTo>
                  <a:pt x="437540" y="65747"/>
                </a:lnTo>
                <a:lnTo>
                  <a:pt x="441896" y="52819"/>
                </a:lnTo>
                <a:close/>
              </a:path>
              <a:path w="965835" h="313690">
                <a:moveTo>
                  <a:pt x="613956" y="150202"/>
                </a:moveTo>
                <a:lnTo>
                  <a:pt x="612355" y="135255"/>
                </a:lnTo>
                <a:lnTo>
                  <a:pt x="607237" y="124320"/>
                </a:lnTo>
                <a:lnTo>
                  <a:pt x="598703" y="116052"/>
                </a:lnTo>
                <a:lnTo>
                  <a:pt x="588302" y="110998"/>
                </a:lnTo>
                <a:lnTo>
                  <a:pt x="589140" y="110998"/>
                </a:lnTo>
                <a:lnTo>
                  <a:pt x="575970" y="108966"/>
                </a:lnTo>
                <a:lnTo>
                  <a:pt x="573951" y="108966"/>
                </a:lnTo>
                <a:lnTo>
                  <a:pt x="569912" y="110998"/>
                </a:lnTo>
                <a:lnTo>
                  <a:pt x="565873" y="110998"/>
                </a:lnTo>
                <a:lnTo>
                  <a:pt x="552704" y="117970"/>
                </a:lnTo>
                <a:lnTo>
                  <a:pt x="543890" y="128943"/>
                </a:lnTo>
                <a:lnTo>
                  <a:pt x="540004" y="142557"/>
                </a:lnTo>
                <a:lnTo>
                  <a:pt x="541616" y="157505"/>
                </a:lnTo>
                <a:lnTo>
                  <a:pt x="548589" y="170675"/>
                </a:lnTo>
                <a:lnTo>
                  <a:pt x="559549" y="179489"/>
                </a:lnTo>
                <a:lnTo>
                  <a:pt x="573163" y="183375"/>
                </a:lnTo>
                <a:lnTo>
                  <a:pt x="588098" y="181762"/>
                </a:lnTo>
                <a:lnTo>
                  <a:pt x="601268" y="174790"/>
                </a:lnTo>
                <a:lnTo>
                  <a:pt x="610082" y="163817"/>
                </a:lnTo>
                <a:lnTo>
                  <a:pt x="613956" y="150202"/>
                </a:lnTo>
                <a:close/>
              </a:path>
              <a:path w="965835" h="313690">
                <a:moveTo>
                  <a:pt x="614845" y="3441"/>
                </a:moveTo>
                <a:lnTo>
                  <a:pt x="614730" y="0"/>
                </a:lnTo>
                <a:lnTo>
                  <a:pt x="544703" y="0"/>
                </a:lnTo>
                <a:lnTo>
                  <a:pt x="545655" y="9880"/>
                </a:lnTo>
                <a:lnTo>
                  <a:pt x="552602" y="21920"/>
                </a:lnTo>
                <a:lnTo>
                  <a:pt x="563346" y="30365"/>
                </a:lnTo>
                <a:lnTo>
                  <a:pt x="576351" y="34620"/>
                </a:lnTo>
                <a:lnTo>
                  <a:pt x="590118" y="34150"/>
                </a:lnTo>
                <a:lnTo>
                  <a:pt x="602145" y="27203"/>
                </a:lnTo>
                <a:lnTo>
                  <a:pt x="610577" y="16459"/>
                </a:lnTo>
                <a:lnTo>
                  <a:pt x="614845" y="3441"/>
                </a:lnTo>
                <a:close/>
              </a:path>
              <a:path w="965835" h="313690">
                <a:moveTo>
                  <a:pt x="790956" y="90703"/>
                </a:moveTo>
                <a:lnTo>
                  <a:pt x="764298" y="53009"/>
                </a:lnTo>
                <a:lnTo>
                  <a:pt x="753821" y="52349"/>
                </a:lnTo>
                <a:lnTo>
                  <a:pt x="745731" y="52349"/>
                </a:lnTo>
                <a:lnTo>
                  <a:pt x="741692" y="54368"/>
                </a:lnTo>
                <a:lnTo>
                  <a:pt x="728548" y="61645"/>
                </a:lnTo>
                <a:lnTo>
                  <a:pt x="719963" y="73075"/>
                </a:lnTo>
                <a:lnTo>
                  <a:pt x="716686" y="86791"/>
                </a:lnTo>
                <a:lnTo>
                  <a:pt x="719455" y="100876"/>
                </a:lnTo>
                <a:lnTo>
                  <a:pt x="726719" y="114020"/>
                </a:lnTo>
                <a:lnTo>
                  <a:pt x="738149" y="122618"/>
                </a:lnTo>
                <a:lnTo>
                  <a:pt x="751852" y="125907"/>
                </a:lnTo>
                <a:lnTo>
                  <a:pt x="765937" y="123126"/>
                </a:lnTo>
                <a:lnTo>
                  <a:pt x="779081" y="115862"/>
                </a:lnTo>
                <a:lnTo>
                  <a:pt x="787666" y="104419"/>
                </a:lnTo>
                <a:lnTo>
                  <a:pt x="790956" y="90703"/>
                </a:lnTo>
                <a:close/>
              </a:path>
              <a:path w="965835" h="313690">
                <a:moveTo>
                  <a:pt x="965631" y="29197"/>
                </a:moveTo>
                <a:lnTo>
                  <a:pt x="963993" y="13931"/>
                </a:lnTo>
                <a:lnTo>
                  <a:pt x="958062" y="4165"/>
                </a:lnTo>
                <a:lnTo>
                  <a:pt x="953592" y="0"/>
                </a:lnTo>
                <a:lnTo>
                  <a:pt x="902779" y="0"/>
                </a:lnTo>
                <a:lnTo>
                  <a:pt x="895286" y="10642"/>
                </a:lnTo>
                <a:lnTo>
                  <a:pt x="891616" y="24955"/>
                </a:lnTo>
                <a:lnTo>
                  <a:pt x="893267" y="40220"/>
                </a:lnTo>
                <a:lnTo>
                  <a:pt x="900557" y="53365"/>
                </a:lnTo>
                <a:lnTo>
                  <a:pt x="912202" y="61950"/>
                </a:lnTo>
                <a:lnTo>
                  <a:pt x="926515" y="65239"/>
                </a:lnTo>
                <a:lnTo>
                  <a:pt x="941768" y="62458"/>
                </a:lnTo>
                <a:lnTo>
                  <a:pt x="953757" y="55168"/>
                </a:lnTo>
                <a:lnTo>
                  <a:pt x="961974" y="43510"/>
                </a:lnTo>
                <a:lnTo>
                  <a:pt x="965631" y="29197"/>
                </a:lnTo>
                <a:close/>
              </a:path>
            </a:pathLst>
          </a:custGeom>
          <a:solidFill>
            <a:srgbClr val="2E4D6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bg 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052683" y="0"/>
            <a:ext cx="2235315" cy="1203945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747555" y="0"/>
            <a:ext cx="2540444" cy="1278719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493668" y="0"/>
            <a:ext cx="2794330" cy="135422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289373" y="0"/>
            <a:ext cx="2998625" cy="1432078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091460" y="0"/>
            <a:ext cx="3196538" cy="151926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923720" y="0"/>
            <a:ext cx="3364278" cy="160247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5350711" y="0"/>
            <a:ext cx="2937288" cy="1525578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5777254" y="0"/>
            <a:ext cx="2510745" cy="1514056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190982" y="0"/>
            <a:ext cx="2097017" cy="1638636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535533" y="0"/>
            <a:ext cx="1752465" cy="201930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809432" y="0"/>
            <a:ext cx="1478565" cy="2717800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965669" y="0"/>
            <a:ext cx="1322328" cy="4000500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945892" y="0"/>
            <a:ext cx="1342107" cy="4224353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749107" y="0"/>
            <a:ext cx="1454505" cy="4343840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6471937" y="0"/>
            <a:ext cx="1365417" cy="4343840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0" y="9510214"/>
            <a:ext cx="1977882" cy="776785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0" y="9560568"/>
            <a:ext cx="1843414" cy="726431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0" y="9619126"/>
            <a:ext cx="1676669" cy="667873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0" y="9665628"/>
            <a:ext cx="1527511" cy="621370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0" y="9723415"/>
            <a:ext cx="1345153" cy="563584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0" y="9777441"/>
            <a:ext cx="1174017" cy="509557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0" y="9838182"/>
            <a:ext cx="995465" cy="448817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0" y="9889156"/>
            <a:ext cx="826579" cy="397843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0" y="9959616"/>
            <a:ext cx="665156" cy="327383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0" y="10016323"/>
            <a:ext cx="523955" cy="270676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0" y="10079907"/>
            <a:ext cx="383550" cy="207092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0" y="10144841"/>
            <a:ext cx="252719" cy="142158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0" y="9859951"/>
            <a:ext cx="748843" cy="427048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0" y="9582643"/>
            <a:ext cx="1156959" cy="704356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0" y="9279580"/>
            <a:ext cx="1525058" cy="1007418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0" y="8990089"/>
            <a:ext cx="1751311" cy="1296910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0" y="8061798"/>
            <a:ext cx="1899787" cy="2225201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0" y="7745388"/>
            <a:ext cx="1727195" cy="2541611"/>
          </a:xfrm>
          <a:prstGeom prst="rect">
            <a:avLst/>
          </a:prstGeom>
        </p:spPr>
      </p:pic>
      <p:pic>
        <p:nvPicPr>
          <p:cNvPr id="66" name="bg object 6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0" y="7428584"/>
            <a:ext cx="1575788" cy="2858414"/>
          </a:xfrm>
          <a:prstGeom prst="rect">
            <a:avLst/>
          </a:prstGeom>
        </p:spPr>
      </p:pic>
      <p:pic>
        <p:nvPicPr>
          <p:cNvPr id="67" name="bg object 6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0" y="7116414"/>
            <a:ext cx="1398672" cy="3170585"/>
          </a:xfrm>
          <a:prstGeom prst="rect">
            <a:avLst/>
          </a:prstGeom>
        </p:spPr>
      </p:pic>
      <p:pic>
        <p:nvPicPr>
          <p:cNvPr id="68" name="bg object 6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0" y="6811534"/>
            <a:ext cx="1282684" cy="34754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20305" y="1629294"/>
            <a:ext cx="12995275" cy="1719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11236" y="3847955"/>
            <a:ext cx="13317855" cy="402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002A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6489" y="467239"/>
            <a:ext cx="9553574" cy="233362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074371" y="4566166"/>
            <a:ext cx="9589770" cy="46894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548005" marR="5080" indent="-635">
              <a:lnSpc>
                <a:spcPct val="117100"/>
              </a:lnSpc>
              <a:spcBef>
                <a:spcPts val="90"/>
              </a:spcBef>
            </a:pPr>
            <a:r>
              <a:rPr dirty="0" sz="6300">
                <a:solidFill>
                  <a:srgbClr val="002A58"/>
                </a:solidFill>
                <a:latin typeface="Trebuchet MS"/>
                <a:cs typeface="Trebuchet MS"/>
              </a:rPr>
              <a:t>Name:Shabaz</a:t>
            </a:r>
            <a:r>
              <a:rPr dirty="0" sz="6300" spc="-47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6300" spc="-265">
                <a:solidFill>
                  <a:srgbClr val="002A58"/>
                </a:solidFill>
                <a:latin typeface="Trebuchet MS"/>
                <a:cs typeface="Trebuchet MS"/>
              </a:rPr>
              <a:t>Tamboli </a:t>
            </a:r>
            <a:r>
              <a:rPr dirty="0" sz="6300" spc="-125">
                <a:solidFill>
                  <a:srgbClr val="002A58"/>
                </a:solidFill>
                <a:latin typeface="Trebuchet MS"/>
                <a:cs typeface="Trebuchet MS"/>
              </a:rPr>
              <a:t>Branch:Computer</a:t>
            </a:r>
            <a:r>
              <a:rPr dirty="0" sz="6300" spc="-35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6300" spc="-10">
                <a:solidFill>
                  <a:srgbClr val="002A58"/>
                </a:solidFill>
                <a:latin typeface="Trebuchet MS"/>
                <a:cs typeface="Trebuchet MS"/>
              </a:rPr>
              <a:t>Science Batch:C35</a:t>
            </a:r>
            <a:endParaRPr sz="6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dirty="0" sz="6600" spc="640" b="1">
                <a:solidFill>
                  <a:srgbClr val="002A58"/>
                </a:solidFill>
                <a:latin typeface="Trebuchet MS"/>
                <a:cs typeface="Trebuchet MS"/>
              </a:rPr>
              <a:t>TOPIC:IF</a:t>
            </a:r>
            <a:r>
              <a:rPr dirty="0" sz="6600" spc="-305" b="1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6600" spc="434" b="1">
                <a:solidFill>
                  <a:srgbClr val="002A58"/>
                </a:solidFill>
                <a:latin typeface="Trebuchet MS"/>
                <a:cs typeface="Trebuchet MS"/>
              </a:rPr>
              <a:t>THEN</a:t>
            </a:r>
            <a:r>
              <a:rPr dirty="0" sz="6600" spc="-305" b="1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6600" spc="395" b="1">
                <a:solidFill>
                  <a:srgbClr val="002A58"/>
                </a:solidFill>
                <a:latin typeface="Trebuchet MS"/>
                <a:cs typeface="Trebuchet MS"/>
              </a:rPr>
              <a:t>ELSE</a:t>
            </a:r>
            <a:endParaRPr sz="6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812617" y="4288128"/>
            <a:ext cx="13480415" cy="83185"/>
          </a:xfrm>
          <a:custGeom>
            <a:avLst/>
            <a:gdLst/>
            <a:ahLst/>
            <a:cxnLst/>
            <a:rect l="l" t="t" r="r" b="b"/>
            <a:pathLst>
              <a:path w="13480415" h="83185">
                <a:moveTo>
                  <a:pt x="13480334" y="82898"/>
                </a:moveTo>
                <a:lnTo>
                  <a:pt x="0" y="82898"/>
                </a:lnTo>
                <a:lnTo>
                  <a:pt x="0" y="0"/>
                </a:lnTo>
                <a:lnTo>
                  <a:pt x="13480334" y="0"/>
                </a:lnTo>
                <a:lnTo>
                  <a:pt x="13480334" y="82898"/>
                </a:lnTo>
                <a:close/>
              </a:path>
            </a:pathLst>
          </a:custGeom>
          <a:solidFill>
            <a:srgbClr val="002A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99917" y="3388527"/>
            <a:ext cx="13505815" cy="1033144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600" spc="720"/>
              <a:t>ESSENSIALS</a:t>
            </a:r>
            <a:r>
              <a:rPr dirty="0" sz="6600" spc="-315"/>
              <a:t> </a:t>
            </a:r>
            <a:r>
              <a:rPr dirty="0" sz="6600" spc="210"/>
              <a:t>OF</a:t>
            </a:r>
            <a:r>
              <a:rPr dirty="0" sz="6600" spc="-310"/>
              <a:t> </a:t>
            </a:r>
            <a:r>
              <a:rPr dirty="0" sz="6600" spc="445"/>
              <a:t>DATA</a:t>
            </a:r>
            <a:r>
              <a:rPr dirty="0" sz="6600" spc="-310"/>
              <a:t> </a:t>
            </a:r>
            <a:r>
              <a:rPr dirty="0" sz="6600" spc="810"/>
              <a:t>SCIENCE</a:t>
            </a:r>
            <a:endParaRPr sz="6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7644" y="3974326"/>
            <a:ext cx="200025" cy="2000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7644" y="5898376"/>
            <a:ext cx="200025" cy="2000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7644" y="7822426"/>
            <a:ext cx="200025" cy="20002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354419" y="3764364"/>
            <a:ext cx="10943590" cy="5438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66140">
              <a:lnSpc>
                <a:spcPct val="100000"/>
              </a:lnSpc>
              <a:spcBef>
                <a:spcPts val="100"/>
              </a:spcBef>
            </a:pPr>
            <a:r>
              <a:rPr dirty="0" sz="3950" spc="90">
                <a:solidFill>
                  <a:srgbClr val="002A58"/>
                </a:solidFill>
                <a:latin typeface="Trebuchet MS"/>
                <a:cs typeface="Trebuchet MS"/>
              </a:rPr>
              <a:t>The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95">
                <a:solidFill>
                  <a:srgbClr val="002A58"/>
                </a:solidFill>
                <a:latin typeface="Trebuchet MS"/>
                <a:cs typeface="Trebuchet MS"/>
              </a:rPr>
              <a:t>if-then-</a:t>
            </a:r>
            <a:r>
              <a:rPr dirty="0" sz="3950" spc="145">
                <a:solidFill>
                  <a:srgbClr val="002A58"/>
                </a:solidFill>
                <a:latin typeface="Trebuchet MS"/>
                <a:cs typeface="Trebuchet MS"/>
              </a:rPr>
              <a:t>else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30">
                <a:solidFill>
                  <a:srgbClr val="002A58"/>
                </a:solidFill>
                <a:latin typeface="Trebuchet MS"/>
                <a:cs typeface="Trebuchet MS"/>
              </a:rPr>
              <a:t>statement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60">
                <a:solidFill>
                  <a:srgbClr val="002A58"/>
                </a:solidFill>
                <a:latin typeface="Trebuchet MS"/>
                <a:cs typeface="Trebuchet MS"/>
              </a:rPr>
              <a:t>is</a:t>
            </a:r>
            <a:r>
              <a:rPr dirty="0" sz="3950" spc="-18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85">
                <a:solidFill>
                  <a:srgbClr val="002A58"/>
                </a:solidFill>
                <a:latin typeface="Trebuchet MS"/>
                <a:cs typeface="Trebuchet MS"/>
              </a:rPr>
              <a:t>a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55">
                <a:solidFill>
                  <a:srgbClr val="002A58"/>
                </a:solidFill>
                <a:latin typeface="Trebuchet MS"/>
                <a:cs typeface="Trebuchet MS"/>
              </a:rPr>
              <a:t>decision-</a:t>
            </a:r>
            <a:endParaRPr sz="3950">
              <a:latin typeface="Trebuchet MS"/>
              <a:cs typeface="Trebuchet MS"/>
            </a:endParaRPr>
          </a:p>
          <a:p>
            <a:pPr marL="866140">
              <a:lnSpc>
                <a:spcPct val="100000"/>
              </a:lnSpc>
              <a:spcBef>
                <a:spcPts val="2835"/>
              </a:spcBef>
            </a:pPr>
            <a:r>
              <a:rPr dirty="0" sz="3950" spc="195">
                <a:solidFill>
                  <a:srgbClr val="002A58"/>
                </a:solidFill>
                <a:latin typeface="Trebuchet MS"/>
                <a:cs typeface="Trebuchet MS"/>
              </a:rPr>
              <a:t>making</a:t>
            </a:r>
            <a:r>
              <a:rPr dirty="0" sz="3950" spc="-18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30">
                <a:solidFill>
                  <a:srgbClr val="002A58"/>
                </a:solidFill>
                <a:latin typeface="Trebuchet MS"/>
                <a:cs typeface="Trebuchet MS"/>
              </a:rPr>
              <a:t>statement</a:t>
            </a:r>
            <a:r>
              <a:rPr dirty="0" sz="3950" spc="-18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05">
                <a:solidFill>
                  <a:srgbClr val="002A58"/>
                </a:solidFill>
                <a:latin typeface="Trebuchet MS"/>
                <a:cs typeface="Trebuchet MS"/>
              </a:rPr>
              <a:t>in</a:t>
            </a:r>
            <a:r>
              <a:rPr dirty="0" sz="3950" spc="-18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10">
                <a:solidFill>
                  <a:srgbClr val="002A58"/>
                </a:solidFill>
                <a:latin typeface="Trebuchet MS"/>
                <a:cs typeface="Trebuchet MS"/>
              </a:rPr>
              <a:t>programming.</a:t>
            </a:r>
            <a:endParaRPr sz="3950">
              <a:latin typeface="Trebuchet MS"/>
              <a:cs typeface="Trebuchet MS"/>
            </a:endParaRPr>
          </a:p>
          <a:p>
            <a:pPr marL="866140" marR="5080">
              <a:lnSpc>
                <a:spcPct val="159800"/>
              </a:lnSpc>
            </a:pPr>
            <a:r>
              <a:rPr dirty="0" sz="3950" spc="555">
                <a:solidFill>
                  <a:srgbClr val="002A58"/>
                </a:solidFill>
                <a:latin typeface="Trebuchet MS"/>
                <a:cs typeface="Trebuchet MS"/>
              </a:rPr>
              <a:t>It</a:t>
            </a:r>
            <a:r>
              <a:rPr dirty="0" sz="39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85">
                <a:solidFill>
                  <a:srgbClr val="002A58"/>
                </a:solidFill>
                <a:latin typeface="Trebuchet MS"/>
                <a:cs typeface="Trebuchet MS"/>
              </a:rPr>
              <a:t>allows</a:t>
            </a:r>
            <a:r>
              <a:rPr dirty="0" sz="39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95">
                <a:solidFill>
                  <a:srgbClr val="002A58"/>
                </a:solidFill>
                <a:latin typeface="Trebuchet MS"/>
                <a:cs typeface="Trebuchet MS"/>
              </a:rPr>
              <a:t>the</a:t>
            </a:r>
            <a:r>
              <a:rPr dirty="0" sz="39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35">
                <a:solidFill>
                  <a:srgbClr val="002A58"/>
                </a:solidFill>
                <a:latin typeface="Trebuchet MS"/>
                <a:cs typeface="Trebuchet MS"/>
              </a:rPr>
              <a:t>program</a:t>
            </a:r>
            <a:r>
              <a:rPr dirty="0" sz="39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80">
                <a:solidFill>
                  <a:srgbClr val="002A58"/>
                </a:solidFill>
                <a:latin typeface="Trebuchet MS"/>
                <a:cs typeface="Trebuchet MS"/>
              </a:rPr>
              <a:t>to</a:t>
            </a:r>
            <a:r>
              <a:rPr dirty="0" sz="39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90">
                <a:solidFill>
                  <a:srgbClr val="002A58"/>
                </a:solidFill>
                <a:latin typeface="Trebuchet MS"/>
                <a:cs typeface="Trebuchet MS"/>
              </a:rPr>
              <a:t>execute</a:t>
            </a:r>
            <a:r>
              <a:rPr dirty="0" sz="39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50">
                <a:solidFill>
                  <a:srgbClr val="002A58"/>
                </a:solidFill>
                <a:latin typeface="Trebuchet MS"/>
                <a:cs typeface="Trebuchet MS"/>
              </a:rPr>
              <a:t>different </a:t>
            </a:r>
            <a:r>
              <a:rPr dirty="0" sz="3950" spc="180">
                <a:solidFill>
                  <a:srgbClr val="002A58"/>
                </a:solidFill>
                <a:latin typeface="Trebuchet MS"/>
                <a:cs typeface="Trebuchet MS"/>
              </a:rPr>
              <a:t>blocks</a:t>
            </a:r>
            <a:r>
              <a:rPr dirty="0" sz="3950" spc="-204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90">
                <a:solidFill>
                  <a:srgbClr val="002A58"/>
                </a:solidFill>
                <a:latin typeface="Trebuchet MS"/>
                <a:cs typeface="Trebuchet MS"/>
              </a:rPr>
              <a:t>of</a:t>
            </a:r>
            <a:r>
              <a:rPr dirty="0" sz="39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14">
                <a:solidFill>
                  <a:srgbClr val="002A58"/>
                </a:solidFill>
                <a:latin typeface="Trebuchet MS"/>
                <a:cs typeface="Trebuchet MS"/>
              </a:rPr>
              <a:t>code</a:t>
            </a:r>
            <a:r>
              <a:rPr dirty="0" sz="39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50">
                <a:solidFill>
                  <a:srgbClr val="002A58"/>
                </a:solidFill>
                <a:latin typeface="Trebuchet MS"/>
                <a:cs typeface="Trebuchet MS"/>
              </a:rPr>
              <a:t>based</a:t>
            </a:r>
            <a:r>
              <a:rPr dirty="0" sz="39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55">
                <a:solidFill>
                  <a:srgbClr val="002A58"/>
                </a:solidFill>
                <a:latin typeface="Trebuchet MS"/>
                <a:cs typeface="Trebuchet MS"/>
              </a:rPr>
              <a:t>on</a:t>
            </a:r>
            <a:r>
              <a:rPr dirty="0" sz="3950" spc="-204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85">
                <a:solidFill>
                  <a:srgbClr val="002A58"/>
                </a:solidFill>
                <a:latin typeface="Trebuchet MS"/>
                <a:cs typeface="Trebuchet MS"/>
              </a:rPr>
              <a:t>a</a:t>
            </a:r>
            <a:r>
              <a:rPr dirty="0" sz="39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60">
                <a:solidFill>
                  <a:srgbClr val="002A58"/>
                </a:solidFill>
                <a:latin typeface="Trebuchet MS"/>
                <a:cs typeface="Trebuchet MS"/>
              </a:rPr>
              <a:t>condition.</a:t>
            </a:r>
            <a:endParaRPr sz="3950">
              <a:latin typeface="Trebuchet MS"/>
              <a:cs typeface="Trebuchet MS"/>
            </a:endParaRPr>
          </a:p>
          <a:p>
            <a:pPr marL="866140">
              <a:lnSpc>
                <a:spcPct val="100000"/>
              </a:lnSpc>
              <a:spcBef>
                <a:spcPts val="2835"/>
              </a:spcBef>
            </a:pPr>
            <a:r>
              <a:rPr dirty="0" sz="3950" spc="565">
                <a:solidFill>
                  <a:srgbClr val="002A58"/>
                </a:solidFill>
                <a:latin typeface="Trebuchet MS"/>
                <a:cs typeface="Trebuchet MS"/>
              </a:rPr>
              <a:t>If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00">
                <a:solidFill>
                  <a:srgbClr val="002A58"/>
                </a:solidFill>
                <a:latin typeface="Trebuchet MS"/>
                <a:cs typeface="Trebuchet MS"/>
              </a:rPr>
              <a:t>the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05">
                <a:solidFill>
                  <a:srgbClr val="002A58"/>
                </a:solidFill>
                <a:latin typeface="Trebuchet MS"/>
                <a:cs typeface="Trebuchet MS"/>
              </a:rPr>
              <a:t>condition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60">
                <a:solidFill>
                  <a:srgbClr val="002A58"/>
                </a:solidFill>
                <a:latin typeface="Trebuchet MS"/>
                <a:cs typeface="Trebuchet MS"/>
              </a:rPr>
              <a:t>is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>
                <a:solidFill>
                  <a:srgbClr val="002A58"/>
                </a:solidFill>
                <a:latin typeface="Trebuchet MS"/>
                <a:cs typeface="Trebuchet MS"/>
              </a:rPr>
              <a:t>true,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25">
                <a:solidFill>
                  <a:srgbClr val="002A58"/>
                </a:solidFill>
                <a:latin typeface="Trebuchet MS"/>
                <a:cs typeface="Trebuchet MS"/>
              </a:rPr>
              <a:t>one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55">
                <a:solidFill>
                  <a:srgbClr val="002A58"/>
                </a:solidFill>
                <a:latin typeface="Trebuchet MS"/>
                <a:cs typeface="Trebuchet MS"/>
              </a:rPr>
              <a:t>block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60">
                <a:solidFill>
                  <a:srgbClr val="002A58"/>
                </a:solidFill>
                <a:latin typeface="Trebuchet MS"/>
                <a:cs typeface="Trebuchet MS"/>
              </a:rPr>
              <a:t>runs.</a:t>
            </a:r>
            <a:endParaRPr sz="3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35"/>
              </a:spcBef>
            </a:pPr>
            <a:r>
              <a:rPr dirty="0" sz="3950" spc="565">
                <a:solidFill>
                  <a:srgbClr val="002A58"/>
                </a:solidFill>
                <a:latin typeface="Trebuchet MS"/>
                <a:cs typeface="Trebuchet MS"/>
              </a:rPr>
              <a:t>If</a:t>
            </a:r>
            <a:r>
              <a:rPr dirty="0" sz="39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95">
                <a:solidFill>
                  <a:srgbClr val="002A58"/>
                </a:solidFill>
                <a:latin typeface="Trebuchet MS"/>
                <a:cs typeface="Trebuchet MS"/>
              </a:rPr>
              <a:t>the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05">
                <a:solidFill>
                  <a:srgbClr val="002A58"/>
                </a:solidFill>
                <a:latin typeface="Trebuchet MS"/>
                <a:cs typeface="Trebuchet MS"/>
              </a:rPr>
              <a:t>condition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60">
                <a:solidFill>
                  <a:srgbClr val="002A58"/>
                </a:solidFill>
                <a:latin typeface="Trebuchet MS"/>
                <a:cs typeface="Trebuchet MS"/>
              </a:rPr>
              <a:t>is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90">
                <a:solidFill>
                  <a:srgbClr val="002A58"/>
                </a:solidFill>
                <a:latin typeface="Trebuchet MS"/>
                <a:cs typeface="Trebuchet MS"/>
              </a:rPr>
              <a:t>false,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05">
                <a:solidFill>
                  <a:srgbClr val="002A58"/>
                </a:solidFill>
                <a:latin typeface="Trebuchet MS"/>
                <a:cs typeface="Trebuchet MS"/>
              </a:rPr>
              <a:t>another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155">
                <a:solidFill>
                  <a:srgbClr val="002A58"/>
                </a:solidFill>
                <a:latin typeface="Trebuchet MS"/>
                <a:cs typeface="Trebuchet MS"/>
              </a:rPr>
              <a:t>block</a:t>
            </a:r>
            <a:r>
              <a:rPr dirty="0" sz="39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950" spc="60">
                <a:solidFill>
                  <a:srgbClr val="002A58"/>
                </a:solidFill>
                <a:latin typeface="Trebuchet MS"/>
                <a:cs typeface="Trebuchet MS"/>
              </a:rPr>
              <a:t>runs.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365" rIns="0" bIns="0" rtlCol="0" vert="horz">
            <a:spAutoFit/>
          </a:bodyPr>
          <a:lstStyle/>
          <a:p>
            <a:pPr marL="627380">
              <a:lnSpc>
                <a:spcPct val="100000"/>
              </a:lnSpc>
              <a:spcBef>
                <a:spcPts val="135"/>
              </a:spcBef>
            </a:pPr>
            <a:r>
              <a:rPr dirty="0" spc="894"/>
              <a:t>INTRODUCTION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4014360" y="2104683"/>
            <a:ext cx="584835" cy="647700"/>
            <a:chOff x="4014360" y="2104683"/>
            <a:chExt cx="584835" cy="647700"/>
          </a:xfrm>
        </p:grpSpPr>
        <p:sp>
          <p:nvSpPr>
            <p:cNvPr id="8" name="object 8" descr=""/>
            <p:cNvSpPr/>
            <p:nvPr/>
          </p:nvSpPr>
          <p:spPr>
            <a:xfrm>
              <a:off x="4158732" y="2104683"/>
              <a:ext cx="440055" cy="647700"/>
            </a:xfrm>
            <a:custGeom>
              <a:avLst/>
              <a:gdLst/>
              <a:ahLst/>
              <a:cxnLst/>
              <a:rect l="l" t="t" r="r" b="b"/>
              <a:pathLst>
                <a:path w="440054" h="647700">
                  <a:moveTo>
                    <a:pt x="232102" y="647700"/>
                  </a:moveTo>
                  <a:lnTo>
                    <a:pt x="1738" y="647700"/>
                  </a:lnTo>
                  <a:lnTo>
                    <a:pt x="30349" y="598198"/>
                  </a:lnTo>
                  <a:lnTo>
                    <a:pt x="60774" y="573937"/>
                  </a:lnTo>
                  <a:lnTo>
                    <a:pt x="119374" y="564509"/>
                  </a:lnTo>
                  <a:lnTo>
                    <a:pt x="161661" y="549657"/>
                  </a:lnTo>
                  <a:lnTo>
                    <a:pt x="200011" y="527762"/>
                  </a:lnTo>
                  <a:lnTo>
                    <a:pt x="233644" y="499606"/>
                  </a:lnTo>
                  <a:lnTo>
                    <a:pt x="261777" y="465969"/>
                  </a:lnTo>
                  <a:lnTo>
                    <a:pt x="283630" y="427633"/>
                  </a:lnTo>
                  <a:lnTo>
                    <a:pt x="298422" y="385379"/>
                  </a:lnTo>
                  <a:lnTo>
                    <a:pt x="305372" y="339987"/>
                  </a:lnTo>
                  <a:lnTo>
                    <a:pt x="303308" y="290084"/>
                  </a:lnTo>
                  <a:lnTo>
                    <a:pt x="291685" y="243030"/>
                  </a:lnTo>
                  <a:lnTo>
                    <a:pt x="271436" y="199874"/>
                  </a:lnTo>
                  <a:lnTo>
                    <a:pt x="243493" y="161664"/>
                  </a:lnTo>
                  <a:lnTo>
                    <a:pt x="208790" y="129449"/>
                  </a:lnTo>
                  <a:lnTo>
                    <a:pt x="168260" y="104278"/>
                  </a:lnTo>
                  <a:lnTo>
                    <a:pt x="122834" y="87200"/>
                  </a:lnTo>
                  <a:lnTo>
                    <a:pt x="73446" y="79262"/>
                  </a:lnTo>
                  <a:lnTo>
                    <a:pt x="60427" y="76817"/>
                  </a:lnTo>
                  <a:lnTo>
                    <a:pt x="48576" y="71347"/>
                  </a:lnTo>
                  <a:lnTo>
                    <a:pt x="38407" y="63170"/>
                  </a:lnTo>
                  <a:lnTo>
                    <a:pt x="30431" y="52602"/>
                  </a:lnTo>
                  <a:lnTo>
                    <a:pt x="0" y="0"/>
                  </a:lnTo>
                  <a:lnTo>
                    <a:pt x="208896" y="0"/>
                  </a:lnTo>
                  <a:lnTo>
                    <a:pt x="253822" y="12062"/>
                  </a:lnTo>
                  <a:lnTo>
                    <a:pt x="286723" y="44904"/>
                  </a:lnTo>
                  <a:lnTo>
                    <a:pt x="432803" y="297971"/>
                  </a:lnTo>
                  <a:lnTo>
                    <a:pt x="440045" y="325435"/>
                  </a:lnTo>
                  <a:lnTo>
                    <a:pt x="438143" y="339511"/>
                  </a:lnTo>
                  <a:lnTo>
                    <a:pt x="432563" y="352831"/>
                  </a:lnTo>
                  <a:lnTo>
                    <a:pt x="286478" y="605820"/>
                  </a:lnTo>
                  <a:lnTo>
                    <a:pt x="272064" y="624552"/>
                  </a:lnTo>
                  <a:lnTo>
                    <a:pt x="253590" y="638680"/>
                  </a:lnTo>
                  <a:lnTo>
                    <a:pt x="232102" y="647700"/>
                  </a:lnTo>
                  <a:close/>
                </a:path>
              </a:pathLst>
            </a:custGeom>
            <a:solidFill>
              <a:srgbClr val="002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14360" y="2227016"/>
              <a:ext cx="407034" cy="406400"/>
            </a:xfrm>
            <a:custGeom>
              <a:avLst/>
              <a:gdLst/>
              <a:ahLst/>
              <a:cxnLst/>
              <a:rect l="l" t="t" r="r" b="b"/>
              <a:pathLst>
                <a:path w="407035" h="406400">
                  <a:moveTo>
                    <a:pt x="203317" y="406057"/>
                  </a:moveTo>
                  <a:lnTo>
                    <a:pt x="156698" y="400695"/>
                  </a:lnTo>
                  <a:lnTo>
                    <a:pt x="113903" y="385420"/>
                  </a:lnTo>
                  <a:lnTo>
                    <a:pt x="76152" y="361453"/>
                  </a:lnTo>
                  <a:lnTo>
                    <a:pt x="44666" y="330012"/>
                  </a:lnTo>
                  <a:lnTo>
                    <a:pt x="20665" y="292314"/>
                  </a:lnTo>
                  <a:lnTo>
                    <a:pt x="5369" y="249580"/>
                  </a:lnTo>
                  <a:lnTo>
                    <a:pt x="0" y="203027"/>
                  </a:lnTo>
                  <a:lnTo>
                    <a:pt x="5369" y="156475"/>
                  </a:lnTo>
                  <a:lnTo>
                    <a:pt x="20665" y="113741"/>
                  </a:lnTo>
                  <a:lnTo>
                    <a:pt x="44666" y="76044"/>
                  </a:lnTo>
                  <a:lnTo>
                    <a:pt x="76152" y="44602"/>
                  </a:lnTo>
                  <a:lnTo>
                    <a:pt x="113903" y="20635"/>
                  </a:lnTo>
                  <a:lnTo>
                    <a:pt x="156698" y="5362"/>
                  </a:lnTo>
                  <a:lnTo>
                    <a:pt x="203317" y="0"/>
                  </a:lnTo>
                  <a:lnTo>
                    <a:pt x="249936" y="5362"/>
                  </a:lnTo>
                  <a:lnTo>
                    <a:pt x="292731" y="20635"/>
                  </a:lnTo>
                  <a:lnTo>
                    <a:pt x="330481" y="44602"/>
                  </a:lnTo>
                  <a:lnTo>
                    <a:pt x="361967" y="76044"/>
                  </a:lnTo>
                  <a:lnTo>
                    <a:pt x="385969" y="113741"/>
                  </a:lnTo>
                  <a:lnTo>
                    <a:pt x="401264" y="156475"/>
                  </a:lnTo>
                  <a:lnTo>
                    <a:pt x="406634" y="203027"/>
                  </a:lnTo>
                  <a:lnTo>
                    <a:pt x="401264" y="249580"/>
                  </a:lnTo>
                  <a:lnTo>
                    <a:pt x="385969" y="292314"/>
                  </a:lnTo>
                  <a:lnTo>
                    <a:pt x="361967" y="330012"/>
                  </a:lnTo>
                  <a:lnTo>
                    <a:pt x="330481" y="361453"/>
                  </a:lnTo>
                  <a:lnTo>
                    <a:pt x="292731" y="385420"/>
                  </a:lnTo>
                  <a:lnTo>
                    <a:pt x="249936" y="400695"/>
                  </a:lnTo>
                  <a:lnTo>
                    <a:pt x="203317" y="406057"/>
                  </a:lnTo>
                  <a:close/>
                </a:path>
              </a:pathLst>
            </a:custGeom>
            <a:solidFill>
              <a:srgbClr val="DFB457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09"/>
              <a:t>WHAT</a:t>
            </a:r>
            <a:r>
              <a:rPr dirty="0" spc="-380"/>
              <a:t> </a:t>
            </a:r>
            <a:r>
              <a:rPr dirty="0" spc="1580"/>
              <a:t>IS</a:t>
            </a:r>
            <a:r>
              <a:rPr dirty="0" spc="-380"/>
              <a:t> </a:t>
            </a:r>
            <a:r>
              <a:rPr dirty="0" spc="1000"/>
              <a:t>IF-</a:t>
            </a:r>
            <a:r>
              <a:rPr dirty="0" spc="605"/>
              <a:t>THEN-</a:t>
            </a:r>
            <a:r>
              <a:rPr dirty="0" spc="665"/>
              <a:t>ELSE?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467601" y="4120582"/>
            <a:ext cx="980440" cy="800100"/>
            <a:chOff x="3467601" y="4120582"/>
            <a:chExt cx="980440" cy="800100"/>
          </a:xfrm>
        </p:grpSpPr>
        <p:sp>
          <p:nvSpPr>
            <p:cNvPr id="4" name="object 4" descr=""/>
            <p:cNvSpPr/>
            <p:nvPr/>
          </p:nvSpPr>
          <p:spPr>
            <a:xfrm>
              <a:off x="3755343" y="4120582"/>
              <a:ext cx="692785" cy="800100"/>
            </a:xfrm>
            <a:custGeom>
              <a:avLst/>
              <a:gdLst/>
              <a:ahLst/>
              <a:cxnLst/>
              <a:rect l="l" t="t" r="r" b="b"/>
              <a:pathLst>
                <a:path w="692785" h="800100">
                  <a:moveTo>
                    <a:pt x="0" y="799573"/>
                  </a:moveTo>
                  <a:lnTo>
                    <a:pt x="0" y="0"/>
                  </a:lnTo>
                  <a:lnTo>
                    <a:pt x="692439" y="399794"/>
                  </a:lnTo>
                  <a:lnTo>
                    <a:pt x="0" y="799573"/>
                  </a:lnTo>
                  <a:close/>
                </a:path>
              </a:pathLst>
            </a:custGeom>
            <a:solidFill>
              <a:srgbClr val="002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467601" y="4277676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50641" y="485386"/>
                  </a:moveTo>
                  <a:lnTo>
                    <a:pt x="234744" y="485386"/>
                  </a:lnTo>
                  <a:lnTo>
                    <a:pt x="226815" y="484996"/>
                  </a:lnTo>
                  <a:lnTo>
                    <a:pt x="187550" y="479172"/>
                  </a:lnTo>
                  <a:lnTo>
                    <a:pt x="142474" y="463870"/>
                  </a:lnTo>
                  <a:lnTo>
                    <a:pt x="101251" y="440068"/>
                  </a:lnTo>
                  <a:lnTo>
                    <a:pt x="65462" y="408682"/>
                  </a:lnTo>
                  <a:lnTo>
                    <a:pt x="36485" y="370917"/>
                  </a:lnTo>
                  <a:lnTo>
                    <a:pt x="15432" y="328224"/>
                  </a:lnTo>
                  <a:lnTo>
                    <a:pt x="3112" y="282244"/>
                  </a:lnTo>
                  <a:lnTo>
                    <a:pt x="0" y="250641"/>
                  </a:lnTo>
                  <a:lnTo>
                    <a:pt x="0" y="234744"/>
                  </a:lnTo>
                  <a:lnTo>
                    <a:pt x="6213" y="187550"/>
                  </a:lnTo>
                  <a:lnTo>
                    <a:pt x="21515" y="142474"/>
                  </a:lnTo>
                  <a:lnTo>
                    <a:pt x="45317" y="101251"/>
                  </a:lnTo>
                  <a:lnTo>
                    <a:pt x="76703" y="65462"/>
                  </a:lnTo>
                  <a:lnTo>
                    <a:pt x="114468" y="36485"/>
                  </a:lnTo>
                  <a:lnTo>
                    <a:pt x="157161" y="15432"/>
                  </a:lnTo>
                  <a:lnTo>
                    <a:pt x="203141" y="3112"/>
                  </a:lnTo>
                  <a:lnTo>
                    <a:pt x="234744" y="0"/>
                  </a:lnTo>
                  <a:lnTo>
                    <a:pt x="250641" y="0"/>
                  </a:lnTo>
                  <a:lnTo>
                    <a:pt x="297835" y="6213"/>
                  </a:lnTo>
                  <a:lnTo>
                    <a:pt x="342911" y="21515"/>
                  </a:lnTo>
                  <a:lnTo>
                    <a:pt x="384134" y="45317"/>
                  </a:lnTo>
                  <a:lnTo>
                    <a:pt x="419923" y="76703"/>
                  </a:lnTo>
                  <a:lnTo>
                    <a:pt x="448900" y="114468"/>
                  </a:lnTo>
                  <a:lnTo>
                    <a:pt x="469953" y="157161"/>
                  </a:lnTo>
                  <a:lnTo>
                    <a:pt x="482273" y="203141"/>
                  </a:lnTo>
                  <a:lnTo>
                    <a:pt x="485386" y="234744"/>
                  </a:lnTo>
                  <a:lnTo>
                    <a:pt x="485386" y="242693"/>
                  </a:lnTo>
                  <a:lnTo>
                    <a:pt x="485386" y="250641"/>
                  </a:lnTo>
                  <a:lnTo>
                    <a:pt x="479172" y="297835"/>
                  </a:lnTo>
                  <a:lnTo>
                    <a:pt x="463870" y="342911"/>
                  </a:lnTo>
                  <a:lnTo>
                    <a:pt x="440068" y="384134"/>
                  </a:lnTo>
                  <a:lnTo>
                    <a:pt x="408682" y="419923"/>
                  </a:lnTo>
                  <a:lnTo>
                    <a:pt x="370917" y="448900"/>
                  </a:lnTo>
                  <a:lnTo>
                    <a:pt x="328224" y="469953"/>
                  </a:lnTo>
                  <a:lnTo>
                    <a:pt x="282244" y="482273"/>
                  </a:lnTo>
                  <a:lnTo>
                    <a:pt x="258570" y="484996"/>
                  </a:lnTo>
                  <a:lnTo>
                    <a:pt x="250641" y="485386"/>
                  </a:lnTo>
                  <a:close/>
                </a:path>
              </a:pathLst>
            </a:custGeom>
            <a:solidFill>
              <a:srgbClr val="DFB45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9004" y="4299384"/>
            <a:ext cx="200025" cy="2000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9004" y="5651933"/>
            <a:ext cx="200025" cy="200024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3467601" y="6727801"/>
            <a:ext cx="980440" cy="800100"/>
            <a:chOff x="3467601" y="6727801"/>
            <a:chExt cx="980440" cy="800100"/>
          </a:xfrm>
        </p:grpSpPr>
        <p:sp>
          <p:nvSpPr>
            <p:cNvPr id="9" name="object 9" descr=""/>
            <p:cNvSpPr/>
            <p:nvPr/>
          </p:nvSpPr>
          <p:spPr>
            <a:xfrm>
              <a:off x="3755343" y="6727801"/>
              <a:ext cx="692785" cy="800100"/>
            </a:xfrm>
            <a:custGeom>
              <a:avLst/>
              <a:gdLst/>
              <a:ahLst/>
              <a:cxnLst/>
              <a:rect l="l" t="t" r="r" b="b"/>
              <a:pathLst>
                <a:path w="692785" h="800100">
                  <a:moveTo>
                    <a:pt x="0" y="799573"/>
                  </a:moveTo>
                  <a:lnTo>
                    <a:pt x="0" y="0"/>
                  </a:lnTo>
                  <a:lnTo>
                    <a:pt x="692439" y="399794"/>
                  </a:lnTo>
                  <a:lnTo>
                    <a:pt x="0" y="799573"/>
                  </a:lnTo>
                  <a:close/>
                </a:path>
              </a:pathLst>
            </a:custGeom>
            <a:solidFill>
              <a:srgbClr val="002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467601" y="6884895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50641" y="485386"/>
                  </a:moveTo>
                  <a:lnTo>
                    <a:pt x="234744" y="485386"/>
                  </a:lnTo>
                  <a:lnTo>
                    <a:pt x="226815" y="484996"/>
                  </a:lnTo>
                  <a:lnTo>
                    <a:pt x="187550" y="479172"/>
                  </a:lnTo>
                  <a:lnTo>
                    <a:pt x="142474" y="463870"/>
                  </a:lnTo>
                  <a:lnTo>
                    <a:pt x="101251" y="440068"/>
                  </a:lnTo>
                  <a:lnTo>
                    <a:pt x="65462" y="408682"/>
                  </a:lnTo>
                  <a:lnTo>
                    <a:pt x="36485" y="370917"/>
                  </a:lnTo>
                  <a:lnTo>
                    <a:pt x="15432" y="328224"/>
                  </a:lnTo>
                  <a:lnTo>
                    <a:pt x="3112" y="282244"/>
                  </a:lnTo>
                  <a:lnTo>
                    <a:pt x="0" y="250641"/>
                  </a:lnTo>
                  <a:lnTo>
                    <a:pt x="0" y="234744"/>
                  </a:lnTo>
                  <a:lnTo>
                    <a:pt x="6213" y="187550"/>
                  </a:lnTo>
                  <a:lnTo>
                    <a:pt x="21515" y="142474"/>
                  </a:lnTo>
                  <a:lnTo>
                    <a:pt x="45317" y="101251"/>
                  </a:lnTo>
                  <a:lnTo>
                    <a:pt x="76703" y="65462"/>
                  </a:lnTo>
                  <a:lnTo>
                    <a:pt x="114468" y="36485"/>
                  </a:lnTo>
                  <a:lnTo>
                    <a:pt x="157161" y="15432"/>
                  </a:lnTo>
                  <a:lnTo>
                    <a:pt x="203141" y="3112"/>
                  </a:lnTo>
                  <a:lnTo>
                    <a:pt x="234744" y="0"/>
                  </a:lnTo>
                  <a:lnTo>
                    <a:pt x="250641" y="0"/>
                  </a:lnTo>
                  <a:lnTo>
                    <a:pt x="297835" y="6213"/>
                  </a:lnTo>
                  <a:lnTo>
                    <a:pt x="342911" y="21515"/>
                  </a:lnTo>
                  <a:lnTo>
                    <a:pt x="384134" y="45317"/>
                  </a:lnTo>
                  <a:lnTo>
                    <a:pt x="419923" y="76703"/>
                  </a:lnTo>
                  <a:lnTo>
                    <a:pt x="448900" y="114468"/>
                  </a:lnTo>
                  <a:lnTo>
                    <a:pt x="469953" y="157161"/>
                  </a:lnTo>
                  <a:lnTo>
                    <a:pt x="482273" y="203141"/>
                  </a:lnTo>
                  <a:lnTo>
                    <a:pt x="485386" y="234744"/>
                  </a:lnTo>
                  <a:lnTo>
                    <a:pt x="485386" y="242693"/>
                  </a:lnTo>
                  <a:lnTo>
                    <a:pt x="485386" y="250641"/>
                  </a:lnTo>
                  <a:lnTo>
                    <a:pt x="479172" y="297835"/>
                  </a:lnTo>
                  <a:lnTo>
                    <a:pt x="463870" y="342911"/>
                  </a:lnTo>
                  <a:lnTo>
                    <a:pt x="440068" y="384134"/>
                  </a:lnTo>
                  <a:lnTo>
                    <a:pt x="408682" y="419923"/>
                  </a:lnTo>
                  <a:lnTo>
                    <a:pt x="370917" y="448900"/>
                  </a:lnTo>
                  <a:lnTo>
                    <a:pt x="328224" y="469953"/>
                  </a:lnTo>
                  <a:lnTo>
                    <a:pt x="282244" y="482273"/>
                  </a:lnTo>
                  <a:lnTo>
                    <a:pt x="258570" y="484996"/>
                  </a:lnTo>
                  <a:lnTo>
                    <a:pt x="250641" y="485386"/>
                  </a:lnTo>
                  <a:close/>
                </a:path>
              </a:pathLst>
            </a:custGeom>
            <a:solidFill>
              <a:srgbClr val="DFB45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0186" y="6752996"/>
            <a:ext cx="190500" cy="1904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81611" y="7372121"/>
            <a:ext cx="171450" cy="17144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468961" y="4003562"/>
            <a:ext cx="7102475" cy="3714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0495" marR="207010">
              <a:lnSpc>
                <a:spcPct val="115300"/>
              </a:lnSpc>
              <a:spcBef>
                <a:spcPts val="95"/>
              </a:spcBef>
            </a:pPr>
            <a:r>
              <a:rPr dirty="0" sz="3850" spc="80">
                <a:solidFill>
                  <a:srgbClr val="002A58"/>
                </a:solidFill>
                <a:latin typeface="Trebuchet MS"/>
                <a:cs typeface="Trebuchet MS"/>
              </a:rPr>
              <a:t>To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75">
                <a:solidFill>
                  <a:srgbClr val="002A58"/>
                </a:solidFill>
                <a:latin typeface="Trebuchet MS"/>
                <a:cs typeface="Trebuchet MS"/>
              </a:rPr>
              <a:t>make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50">
                <a:solidFill>
                  <a:srgbClr val="002A58"/>
                </a:solidFill>
                <a:latin typeface="Trebuchet MS"/>
                <a:cs typeface="Trebuchet MS"/>
              </a:rPr>
              <a:t>programs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50">
                <a:solidFill>
                  <a:srgbClr val="002A58"/>
                </a:solidFill>
                <a:latin typeface="Trebuchet MS"/>
                <a:cs typeface="Trebuchet MS"/>
              </a:rPr>
              <a:t>smart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20">
                <a:solidFill>
                  <a:srgbClr val="002A58"/>
                </a:solidFill>
                <a:latin typeface="Trebuchet MS"/>
                <a:cs typeface="Trebuchet MS"/>
              </a:rPr>
              <a:t>and </a:t>
            </a:r>
            <a:r>
              <a:rPr dirty="0" sz="3850" spc="70">
                <a:solidFill>
                  <a:srgbClr val="002A58"/>
                </a:solidFill>
                <a:latin typeface="Trebuchet MS"/>
                <a:cs typeface="Trebuchet MS"/>
              </a:rPr>
              <a:t>interactive</a:t>
            </a:r>
            <a:endParaRPr sz="3850">
              <a:latin typeface="Trebuchet MS"/>
              <a:cs typeface="Trebuchet MS"/>
            </a:endParaRPr>
          </a:p>
          <a:p>
            <a:pPr marL="150495">
              <a:lnSpc>
                <a:spcPct val="100000"/>
              </a:lnSpc>
              <a:spcBef>
                <a:spcPts val="705"/>
              </a:spcBef>
            </a:pPr>
            <a:r>
              <a:rPr dirty="0" sz="3850" spc="80">
                <a:solidFill>
                  <a:srgbClr val="002A58"/>
                </a:solidFill>
                <a:latin typeface="Trebuchet MS"/>
                <a:cs typeface="Trebuchet MS"/>
              </a:rPr>
              <a:t>To</a:t>
            </a:r>
            <a:r>
              <a:rPr dirty="0" sz="3850" spc="-18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80">
                <a:solidFill>
                  <a:srgbClr val="002A58"/>
                </a:solidFill>
                <a:latin typeface="Trebuchet MS"/>
                <a:cs typeface="Trebuchet MS"/>
              </a:rPr>
              <a:t>perform</a:t>
            </a:r>
            <a:r>
              <a:rPr dirty="0" sz="3850" spc="-18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60">
                <a:solidFill>
                  <a:srgbClr val="002A58"/>
                </a:solidFill>
                <a:latin typeface="Trebuchet MS"/>
                <a:cs typeface="Trebuchet MS"/>
              </a:rPr>
              <a:t>decision-</a:t>
            </a:r>
            <a:r>
              <a:rPr dirty="0" sz="3850" spc="175">
                <a:solidFill>
                  <a:srgbClr val="002A58"/>
                </a:solidFill>
                <a:latin typeface="Trebuchet MS"/>
                <a:cs typeface="Trebuchet MS"/>
              </a:rPr>
              <a:t>making</a:t>
            </a:r>
            <a:endParaRPr sz="3850">
              <a:latin typeface="Trebuchet MS"/>
              <a:cs typeface="Trebuchet MS"/>
            </a:endParaRPr>
          </a:p>
          <a:p>
            <a:pPr marL="77470">
              <a:lnSpc>
                <a:spcPct val="100000"/>
              </a:lnSpc>
              <a:spcBef>
                <a:spcPts val="4100"/>
              </a:spcBef>
            </a:pPr>
            <a:r>
              <a:rPr dirty="0" sz="3650" spc="65">
                <a:solidFill>
                  <a:srgbClr val="002A58"/>
                </a:solidFill>
                <a:latin typeface="Trebuchet MS"/>
                <a:cs typeface="Trebuchet MS"/>
              </a:rPr>
              <a:t>To</a:t>
            </a:r>
            <a:r>
              <a:rPr dirty="0" sz="3650" spc="-18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650" spc="105">
                <a:solidFill>
                  <a:srgbClr val="002A58"/>
                </a:solidFill>
                <a:latin typeface="Trebuchet MS"/>
                <a:cs typeface="Trebuchet MS"/>
              </a:rPr>
              <a:t>control</a:t>
            </a:r>
            <a:r>
              <a:rPr dirty="0" sz="3650" spc="-18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650" spc="90">
                <a:solidFill>
                  <a:srgbClr val="002A58"/>
                </a:solidFill>
                <a:latin typeface="Trebuchet MS"/>
                <a:cs typeface="Trebuchet MS"/>
              </a:rPr>
              <a:t>the</a:t>
            </a:r>
            <a:r>
              <a:rPr dirty="0" sz="3650" spc="-18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650" spc="120">
                <a:solidFill>
                  <a:srgbClr val="002A58"/>
                </a:solidFill>
                <a:latin typeface="Trebuchet MS"/>
                <a:cs typeface="Trebuchet MS"/>
              </a:rPr>
              <a:t>flow</a:t>
            </a:r>
            <a:r>
              <a:rPr dirty="0" sz="3650" spc="-18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650" spc="80">
                <a:solidFill>
                  <a:srgbClr val="002A58"/>
                </a:solidFill>
                <a:latin typeface="Trebuchet MS"/>
                <a:cs typeface="Trebuchet MS"/>
              </a:rPr>
              <a:t>of</a:t>
            </a:r>
            <a:r>
              <a:rPr dirty="0" sz="3650" spc="-18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650" spc="80">
                <a:solidFill>
                  <a:srgbClr val="002A58"/>
                </a:solidFill>
                <a:latin typeface="Trebuchet MS"/>
                <a:cs typeface="Trebuchet MS"/>
              </a:rPr>
              <a:t>execution</a:t>
            </a:r>
            <a:endParaRPr sz="3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3350" spc="180">
                <a:solidFill>
                  <a:srgbClr val="002A58"/>
                </a:solidFill>
                <a:latin typeface="Trebuchet MS"/>
                <a:cs typeface="Trebuchet MS"/>
              </a:rPr>
              <a:t>Used</a:t>
            </a:r>
            <a:r>
              <a:rPr dirty="0" sz="3350" spc="-17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350" spc="85">
                <a:solidFill>
                  <a:srgbClr val="002A58"/>
                </a:solidFill>
                <a:latin typeface="Trebuchet MS"/>
                <a:cs typeface="Trebuchet MS"/>
              </a:rPr>
              <a:t>in</a:t>
            </a:r>
            <a:r>
              <a:rPr dirty="0" sz="3350" spc="-16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350" spc="155">
                <a:solidFill>
                  <a:srgbClr val="002A58"/>
                </a:solidFill>
                <a:latin typeface="Trebuchet MS"/>
                <a:cs typeface="Trebuchet MS"/>
              </a:rPr>
              <a:t>almost</a:t>
            </a:r>
            <a:r>
              <a:rPr dirty="0" sz="3350" spc="-16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350" spc="80">
                <a:solidFill>
                  <a:srgbClr val="002A58"/>
                </a:solidFill>
                <a:latin typeface="Trebuchet MS"/>
                <a:cs typeface="Trebuchet MS"/>
              </a:rPr>
              <a:t>every</a:t>
            </a:r>
            <a:r>
              <a:rPr dirty="0" sz="3350" spc="-16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350" spc="105">
                <a:solidFill>
                  <a:srgbClr val="002A58"/>
                </a:solidFill>
                <a:latin typeface="Trebuchet MS"/>
                <a:cs typeface="Trebuchet MS"/>
              </a:rPr>
              <a:t>program</a:t>
            </a:r>
            <a:endParaRPr sz="3350">
              <a:latin typeface="Trebuchet MS"/>
              <a:cs typeface="Trebuchet M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241131" y="2020374"/>
            <a:ext cx="713740" cy="790575"/>
            <a:chOff x="3241131" y="2020374"/>
            <a:chExt cx="713740" cy="790575"/>
          </a:xfrm>
        </p:grpSpPr>
        <p:sp>
          <p:nvSpPr>
            <p:cNvPr id="15" name="object 15" descr=""/>
            <p:cNvSpPr/>
            <p:nvPr/>
          </p:nvSpPr>
          <p:spPr>
            <a:xfrm>
              <a:off x="3417369" y="2020374"/>
              <a:ext cx="537210" cy="790575"/>
            </a:xfrm>
            <a:custGeom>
              <a:avLst/>
              <a:gdLst/>
              <a:ahLst/>
              <a:cxnLst/>
              <a:rect l="l" t="t" r="r" b="b"/>
              <a:pathLst>
                <a:path w="537210" h="790575">
                  <a:moveTo>
                    <a:pt x="283333" y="790574"/>
                  </a:moveTo>
                  <a:lnTo>
                    <a:pt x="2172" y="790574"/>
                  </a:lnTo>
                  <a:lnTo>
                    <a:pt x="37048" y="730234"/>
                  </a:lnTo>
                  <a:lnTo>
                    <a:pt x="74188" y="700618"/>
                  </a:lnTo>
                  <a:lnTo>
                    <a:pt x="139732" y="690551"/>
                  </a:lnTo>
                  <a:lnTo>
                    <a:pt x="186254" y="675784"/>
                  </a:lnTo>
                  <a:lnTo>
                    <a:pt x="229146" y="654057"/>
                  </a:lnTo>
                  <a:lnTo>
                    <a:pt x="267739" y="626039"/>
                  </a:lnTo>
                  <a:lnTo>
                    <a:pt x="301363" y="592400"/>
                  </a:lnTo>
                  <a:lnTo>
                    <a:pt x="329348" y="553810"/>
                  </a:lnTo>
                  <a:lnTo>
                    <a:pt x="351025" y="510939"/>
                  </a:lnTo>
                  <a:lnTo>
                    <a:pt x="365723" y="464456"/>
                  </a:lnTo>
                  <a:lnTo>
                    <a:pt x="372774" y="415030"/>
                  </a:lnTo>
                  <a:lnTo>
                    <a:pt x="371728" y="366059"/>
                  </a:lnTo>
                  <a:lnTo>
                    <a:pt x="363069" y="319149"/>
                  </a:lnTo>
                  <a:lnTo>
                    <a:pt x="347379" y="274957"/>
                  </a:lnTo>
                  <a:lnTo>
                    <a:pt x="325241" y="234138"/>
                  </a:lnTo>
                  <a:lnTo>
                    <a:pt x="297238" y="197347"/>
                  </a:lnTo>
                  <a:lnTo>
                    <a:pt x="263953" y="165240"/>
                  </a:lnTo>
                  <a:lnTo>
                    <a:pt x="225970" y="138472"/>
                  </a:lnTo>
                  <a:lnTo>
                    <a:pt x="183871" y="117699"/>
                  </a:lnTo>
                  <a:lnTo>
                    <a:pt x="138239" y="103575"/>
                  </a:lnTo>
                  <a:lnTo>
                    <a:pt x="89657" y="96757"/>
                  </a:lnTo>
                  <a:lnTo>
                    <a:pt x="73764" y="93773"/>
                  </a:lnTo>
                  <a:lnTo>
                    <a:pt x="59298" y="87095"/>
                  </a:lnTo>
                  <a:lnTo>
                    <a:pt x="46885" y="77113"/>
                  </a:lnTo>
                  <a:lnTo>
                    <a:pt x="37148" y="64213"/>
                  </a:lnTo>
                  <a:lnTo>
                    <a:pt x="0" y="0"/>
                  </a:lnTo>
                  <a:lnTo>
                    <a:pt x="255004" y="0"/>
                  </a:lnTo>
                  <a:lnTo>
                    <a:pt x="309846" y="14724"/>
                  </a:lnTo>
                  <a:lnTo>
                    <a:pt x="350010" y="54815"/>
                  </a:lnTo>
                  <a:lnTo>
                    <a:pt x="528332" y="363740"/>
                  </a:lnTo>
                  <a:lnTo>
                    <a:pt x="537173" y="397266"/>
                  </a:lnTo>
                  <a:lnTo>
                    <a:pt x="534851" y="414449"/>
                  </a:lnTo>
                  <a:lnTo>
                    <a:pt x="528040" y="430709"/>
                  </a:lnTo>
                  <a:lnTo>
                    <a:pt x="349710" y="739539"/>
                  </a:lnTo>
                  <a:lnTo>
                    <a:pt x="332115" y="762405"/>
                  </a:lnTo>
                  <a:lnTo>
                    <a:pt x="309563" y="779652"/>
                  </a:lnTo>
                  <a:lnTo>
                    <a:pt x="283333" y="790574"/>
                  </a:lnTo>
                  <a:close/>
                </a:path>
              </a:pathLst>
            </a:custGeom>
            <a:solidFill>
              <a:srgbClr val="002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241131" y="2169709"/>
              <a:ext cx="496570" cy="495934"/>
            </a:xfrm>
            <a:custGeom>
              <a:avLst/>
              <a:gdLst/>
              <a:ahLst/>
              <a:cxnLst/>
              <a:rect l="l" t="t" r="r" b="b"/>
              <a:pathLst>
                <a:path w="496570" h="495935">
                  <a:moveTo>
                    <a:pt x="248194" y="495683"/>
                  </a:moveTo>
                  <a:lnTo>
                    <a:pt x="198174" y="490648"/>
                  </a:lnTo>
                  <a:lnTo>
                    <a:pt x="151585" y="476206"/>
                  </a:lnTo>
                  <a:lnTo>
                    <a:pt x="109426" y="453355"/>
                  </a:lnTo>
                  <a:lnTo>
                    <a:pt x="72694" y="423091"/>
                  </a:lnTo>
                  <a:lnTo>
                    <a:pt x="42387" y="386411"/>
                  </a:lnTo>
                  <a:lnTo>
                    <a:pt x="19504" y="344312"/>
                  </a:lnTo>
                  <a:lnTo>
                    <a:pt x="5042" y="297789"/>
                  </a:lnTo>
                  <a:lnTo>
                    <a:pt x="0" y="247840"/>
                  </a:lnTo>
                  <a:lnTo>
                    <a:pt x="5042" y="197892"/>
                  </a:lnTo>
                  <a:lnTo>
                    <a:pt x="19504" y="151369"/>
                  </a:lnTo>
                  <a:lnTo>
                    <a:pt x="42387" y="109270"/>
                  </a:lnTo>
                  <a:lnTo>
                    <a:pt x="72694" y="72590"/>
                  </a:lnTo>
                  <a:lnTo>
                    <a:pt x="109426" y="42327"/>
                  </a:lnTo>
                  <a:lnTo>
                    <a:pt x="151585" y="19476"/>
                  </a:lnTo>
                  <a:lnTo>
                    <a:pt x="198174" y="5035"/>
                  </a:lnTo>
                  <a:lnTo>
                    <a:pt x="248194" y="0"/>
                  </a:lnTo>
                  <a:lnTo>
                    <a:pt x="298214" y="5035"/>
                  </a:lnTo>
                  <a:lnTo>
                    <a:pt x="344802" y="19476"/>
                  </a:lnTo>
                  <a:lnTo>
                    <a:pt x="386961" y="42327"/>
                  </a:lnTo>
                  <a:lnTo>
                    <a:pt x="423693" y="72590"/>
                  </a:lnTo>
                  <a:lnTo>
                    <a:pt x="454000" y="109270"/>
                  </a:lnTo>
                  <a:lnTo>
                    <a:pt x="476883" y="151369"/>
                  </a:lnTo>
                  <a:lnTo>
                    <a:pt x="491345" y="197892"/>
                  </a:lnTo>
                  <a:lnTo>
                    <a:pt x="496388" y="247840"/>
                  </a:lnTo>
                  <a:lnTo>
                    <a:pt x="491345" y="297789"/>
                  </a:lnTo>
                  <a:lnTo>
                    <a:pt x="476883" y="344312"/>
                  </a:lnTo>
                  <a:lnTo>
                    <a:pt x="454000" y="386411"/>
                  </a:lnTo>
                  <a:lnTo>
                    <a:pt x="423693" y="423091"/>
                  </a:lnTo>
                  <a:lnTo>
                    <a:pt x="386961" y="453355"/>
                  </a:lnTo>
                  <a:lnTo>
                    <a:pt x="344802" y="476206"/>
                  </a:lnTo>
                  <a:lnTo>
                    <a:pt x="298214" y="490648"/>
                  </a:lnTo>
                  <a:lnTo>
                    <a:pt x="248194" y="495683"/>
                  </a:lnTo>
                  <a:close/>
                </a:path>
              </a:pathLst>
            </a:custGeom>
            <a:solidFill>
              <a:srgbClr val="DFB457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00490" y="3623052"/>
            <a:ext cx="8405495" cy="41706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8505" marR="1261110" indent="-726440">
              <a:lnSpc>
                <a:spcPct val="115599"/>
              </a:lnSpc>
              <a:spcBef>
                <a:spcPts val="100"/>
              </a:spcBef>
            </a:pPr>
            <a:r>
              <a:rPr dirty="0" sz="5700" spc="55">
                <a:solidFill>
                  <a:srgbClr val="002A58"/>
                </a:solidFill>
                <a:latin typeface="Trebuchet MS"/>
                <a:cs typeface="Trebuchet MS"/>
              </a:rPr>
              <a:t>if</a:t>
            </a:r>
            <a:r>
              <a:rPr dirty="0" sz="5700" spc="-2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5700" spc="140">
                <a:solidFill>
                  <a:srgbClr val="002A58"/>
                </a:solidFill>
                <a:latin typeface="Trebuchet MS"/>
                <a:cs typeface="Trebuchet MS"/>
              </a:rPr>
              <a:t>condition: </a:t>
            </a:r>
            <a:r>
              <a:rPr dirty="0" sz="5700" spc="195">
                <a:solidFill>
                  <a:srgbClr val="002A58"/>
                </a:solidFill>
                <a:latin typeface="Trebuchet MS"/>
                <a:cs typeface="Trebuchet MS"/>
              </a:rPr>
              <a:t>statement</a:t>
            </a:r>
            <a:r>
              <a:rPr dirty="0" sz="5700" spc="-21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5700">
                <a:solidFill>
                  <a:srgbClr val="002A58"/>
                </a:solidFill>
                <a:latin typeface="Trebuchet MS"/>
                <a:cs typeface="Trebuchet MS"/>
              </a:rPr>
              <a:t>(if</a:t>
            </a:r>
            <a:r>
              <a:rPr dirty="0" sz="5700" spc="-21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5700" spc="80">
                <a:solidFill>
                  <a:srgbClr val="002A58"/>
                </a:solidFill>
                <a:latin typeface="Trebuchet MS"/>
                <a:cs typeface="Trebuchet MS"/>
              </a:rPr>
              <a:t>true)</a:t>
            </a:r>
            <a:endParaRPr sz="5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5700" spc="165">
                <a:solidFill>
                  <a:srgbClr val="002A58"/>
                </a:solidFill>
                <a:latin typeface="Trebuchet MS"/>
                <a:cs typeface="Trebuchet MS"/>
              </a:rPr>
              <a:t>else:</a:t>
            </a:r>
            <a:endParaRPr sz="5700">
              <a:latin typeface="Trebuchet MS"/>
              <a:cs typeface="Trebuchet MS"/>
            </a:endParaRPr>
          </a:p>
          <a:p>
            <a:pPr marL="833755">
              <a:lnSpc>
                <a:spcPct val="100000"/>
              </a:lnSpc>
              <a:spcBef>
                <a:spcPts val="1170"/>
              </a:spcBef>
            </a:pPr>
            <a:r>
              <a:rPr dirty="0" sz="6450" spc="229">
                <a:solidFill>
                  <a:srgbClr val="002A58"/>
                </a:solidFill>
                <a:latin typeface="Trebuchet MS"/>
                <a:cs typeface="Trebuchet MS"/>
              </a:rPr>
              <a:t>statement</a:t>
            </a:r>
            <a:r>
              <a:rPr dirty="0" sz="6450" spc="-33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6450" spc="55">
                <a:solidFill>
                  <a:srgbClr val="002A58"/>
                </a:solidFill>
                <a:latin typeface="Trebuchet MS"/>
                <a:cs typeface="Trebuchet MS"/>
              </a:rPr>
              <a:t>(if</a:t>
            </a:r>
            <a:r>
              <a:rPr dirty="0" sz="6450" spc="-32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6450" spc="210">
                <a:solidFill>
                  <a:srgbClr val="002A58"/>
                </a:solidFill>
                <a:latin typeface="Trebuchet MS"/>
                <a:cs typeface="Trebuchet MS"/>
              </a:rPr>
              <a:t>false)</a:t>
            </a:r>
            <a:endParaRPr sz="64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0809" rIns="0" bIns="0" rtlCol="0" vert="horz">
            <a:spAutoFit/>
          </a:bodyPr>
          <a:lstStyle/>
          <a:p>
            <a:pPr marL="1732280">
              <a:lnSpc>
                <a:spcPct val="100000"/>
              </a:lnSpc>
              <a:spcBef>
                <a:spcPts val="135"/>
              </a:spcBef>
            </a:pPr>
            <a:r>
              <a:rPr dirty="0" spc="525"/>
              <a:t>SYNTAX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5113227" y="2091127"/>
            <a:ext cx="584835" cy="647700"/>
            <a:chOff x="5113227" y="2091127"/>
            <a:chExt cx="584835" cy="647700"/>
          </a:xfrm>
        </p:grpSpPr>
        <p:sp>
          <p:nvSpPr>
            <p:cNvPr id="5" name="object 5" descr=""/>
            <p:cNvSpPr/>
            <p:nvPr/>
          </p:nvSpPr>
          <p:spPr>
            <a:xfrm>
              <a:off x="5257599" y="2091127"/>
              <a:ext cx="440055" cy="647700"/>
            </a:xfrm>
            <a:custGeom>
              <a:avLst/>
              <a:gdLst/>
              <a:ahLst/>
              <a:cxnLst/>
              <a:rect l="l" t="t" r="r" b="b"/>
              <a:pathLst>
                <a:path w="440054" h="647700">
                  <a:moveTo>
                    <a:pt x="232102" y="647700"/>
                  </a:moveTo>
                  <a:lnTo>
                    <a:pt x="1738" y="647700"/>
                  </a:lnTo>
                  <a:lnTo>
                    <a:pt x="30349" y="598198"/>
                  </a:lnTo>
                  <a:lnTo>
                    <a:pt x="60774" y="573937"/>
                  </a:lnTo>
                  <a:lnTo>
                    <a:pt x="119374" y="564509"/>
                  </a:lnTo>
                  <a:lnTo>
                    <a:pt x="161661" y="549657"/>
                  </a:lnTo>
                  <a:lnTo>
                    <a:pt x="200011" y="527762"/>
                  </a:lnTo>
                  <a:lnTo>
                    <a:pt x="233644" y="499606"/>
                  </a:lnTo>
                  <a:lnTo>
                    <a:pt x="261777" y="465969"/>
                  </a:lnTo>
                  <a:lnTo>
                    <a:pt x="283630" y="427633"/>
                  </a:lnTo>
                  <a:lnTo>
                    <a:pt x="298422" y="385379"/>
                  </a:lnTo>
                  <a:lnTo>
                    <a:pt x="305372" y="339987"/>
                  </a:lnTo>
                  <a:lnTo>
                    <a:pt x="303308" y="290084"/>
                  </a:lnTo>
                  <a:lnTo>
                    <a:pt x="291685" y="243030"/>
                  </a:lnTo>
                  <a:lnTo>
                    <a:pt x="271436" y="199874"/>
                  </a:lnTo>
                  <a:lnTo>
                    <a:pt x="243493" y="161664"/>
                  </a:lnTo>
                  <a:lnTo>
                    <a:pt x="208790" y="129449"/>
                  </a:lnTo>
                  <a:lnTo>
                    <a:pt x="168260" y="104278"/>
                  </a:lnTo>
                  <a:lnTo>
                    <a:pt x="122834" y="87200"/>
                  </a:lnTo>
                  <a:lnTo>
                    <a:pt x="73446" y="79262"/>
                  </a:lnTo>
                  <a:lnTo>
                    <a:pt x="60427" y="76817"/>
                  </a:lnTo>
                  <a:lnTo>
                    <a:pt x="48576" y="71347"/>
                  </a:lnTo>
                  <a:lnTo>
                    <a:pt x="38407" y="63170"/>
                  </a:lnTo>
                  <a:lnTo>
                    <a:pt x="30431" y="52602"/>
                  </a:lnTo>
                  <a:lnTo>
                    <a:pt x="0" y="0"/>
                  </a:lnTo>
                  <a:lnTo>
                    <a:pt x="208896" y="0"/>
                  </a:lnTo>
                  <a:lnTo>
                    <a:pt x="253822" y="12062"/>
                  </a:lnTo>
                  <a:lnTo>
                    <a:pt x="286723" y="44904"/>
                  </a:lnTo>
                  <a:lnTo>
                    <a:pt x="432803" y="297971"/>
                  </a:lnTo>
                  <a:lnTo>
                    <a:pt x="440045" y="325435"/>
                  </a:lnTo>
                  <a:lnTo>
                    <a:pt x="438143" y="339511"/>
                  </a:lnTo>
                  <a:lnTo>
                    <a:pt x="432563" y="352831"/>
                  </a:lnTo>
                  <a:lnTo>
                    <a:pt x="286478" y="605820"/>
                  </a:lnTo>
                  <a:lnTo>
                    <a:pt x="272064" y="624552"/>
                  </a:lnTo>
                  <a:lnTo>
                    <a:pt x="253590" y="638680"/>
                  </a:lnTo>
                  <a:lnTo>
                    <a:pt x="232102" y="647700"/>
                  </a:lnTo>
                  <a:close/>
                </a:path>
              </a:pathLst>
            </a:custGeom>
            <a:solidFill>
              <a:srgbClr val="002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113227" y="2213460"/>
              <a:ext cx="407034" cy="406400"/>
            </a:xfrm>
            <a:custGeom>
              <a:avLst/>
              <a:gdLst/>
              <a:ahLst/>
              <a:cxnLst/>
              <a:rect l="l" t="t" r="r" b="b"/>
              <a:pathLst>
                <a:path w="407035" h="406400">
                  <a:moveTo>
                    <a:pt x="203317" y="406057"/>
                  </a:moveTo>
                  <a:lnTo>
                    <a:pt x="156698" y="400695"/>
                  </a:lnTo>
                  <a:lnTo>
                    <a:pt x="113903" y="385420"/>
                  </a:lnTo>
                  <a:lnTo>
                    <a:pt x="76152" y="361453"/>
                  </a:lnTo>
                  <a:lnTo>
                    <a:pt x="44666" y="330012"/>
                  </a:lnTo>
                  <a:lnTo>
                    <a:pt x="20665" y="292314"/>
                  </a:lnTo>
                  <a:lnTo>
                    <a:pt x="5369" y="249580"/>
                  </a:lnTo>
                  <a:lnTo>
                    <a:pt x="0" y="203027"/>
                  </a:lnTo>
                  <a:lnTo>
                    <a:pt x="5369" y="156475"/>
                  </a:lnTo>
                  <a:lnTo>
                    <a:pt x="20665" y="113741"/>
                  </a:lnTo>
                  <a:lnTo>
                    <a:pt x="44666" y="76044"/>
                  </a:lnTo>
                  <a:lnTo>
                    <a:pt x="76152" y="44602"/>
                  </a:lnTo>
                  <a:lnTo>
                    <a:pt x="113903" y="20635"/>
                  </a:lnTo>
                  <a:lnTo>
                    <a:pt x="156698" y="5362"/>
                  </a:lnTo>
                  <a:lnTo>
                    <a:pt x="203317" y="0"/>
                  </a:lnTo>
                  <a:lnTo>
                    <a:pt x="249936" y="5362"/>
                  </a:lnTo>
                  <a:lnTo>
                    <a:pt x="292731" y="20635"/>
                  </a:lnTo>
                  <a:lnTo>
                    <a:pt x="330481" y="44602"/>
                  </a:lnTo>
                  <a:lnTo>
                    <a:pt x="361967" y="76044"/>
                  </a:lnTo>
                  <a:lnTo>
                    <a:pt x="385969" y="113741"/>
                  </a:lnTo>
                  <a:lnTo>
                    <a:pt x="401264" y="156475"/>
                  </a:lnTo>
                  <a:lnTo>
                    <a:pt x="406634" y="203027"/>
                  </a:lnTo>
                  <a:lnTo>
                    <a:pt x="401264" y="249580"/>
                  </a:lnTo>
                  <a:lnTo>
                    <a:pt x="385969" y="292314"/>
                  </a:lnTo>
                  <a:lnTo>
                    <a:pt x="361967" y="330012"/>
                  </a:lnTo>
                  <a:lnTo>
                    <a:pt x="330481" y="361453"/>
                  </a:lnTo>
                  <a:lnTo>
                    <a:pt x="292731" y="385420"/>
                  </a:lnTo>
                  <a:lnTo>
                    <a:pt x="249936" y="400695"/>
                  </a:lnTo>
                  <a:lnTo>
                    <a:pt x="203317" y="406057"/>
                  </a:lnTo>
                  <a:close/>
                </a:path>
              </a:pathLst>
            </a:custGeom>
            <a:solidFill>
              <a:srgbClr val="DFB457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6189" rIns="0" bIns="0" rtlCol="0" vert="horz">
            <a:spAutoFit/>
          </a:bodyPr>
          <a:lstStyle/>
          <a:p>
            <a:pPr marL="2473960">
              <a:lnSpc>
                <a:spcPct val="100000"/>
              </a:lnSpc>
              <a:spcBef>
                <a:spcPts val="135"/>
              </a:spcBef>
            </a:pPr>
            <a:r>
              <a:rPr dirty="0" spc="605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77829" y="3943430"/>
            <a:ext cx="9806305" cy="427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180">
                <a:solidFill>
                  <a:srgbClr val="002A58"/>
                </a:solidFill>
                <a:latin typeface="Trebuchet MS"/>
                <a:cs typeface="Trebuchet MS"/>
              </a:rPr>
              <a:t>age</a:t>
            </a:r>
            <a:r>
              <a:rPr dirty="0" sz="4050" spc="-204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050" spc="340">
                <a:solidFill>
                  <a:srgbClr val="002A58"/>
                </a:solidFill>
                <a:latin typeface="Trebuchet MS"/>
                <a:cs typeface="Trebuchet MS"/>
              </a:rPr>
              <a:t>=</a:t>
            </a:r>
            <a:r>
              <a:rPr dirty="0" sz="4050" spc="-204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050" spc="310">
                <a:solidFill>
                  <a:srgbClr val="002A58"/>
                </a:solidFill>
                <a:latin typeface="Trebuchet MS"/>
                <a:cs typeface="Trebuchet MS"/>
              </a:rPr>
              <a:t>18</a:t>
            </a:r>
            <a:endParaRPr sz="4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89"/>
              </a:spcBef>
            </a:pPr>
            <a:endParaRPr sz="4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4050">
                <a:solidFill>
                  <a:srgbClr val="002A58"/>
                </a:solidFill>
                <a:latin typeface="Trebuchet MS"/>
                <a:cs typeface="Trebuchet MS"/>
              </a:rPr>
              <a:t>if</a:t>
            </a:r>
            <a:r>
              <a:rPr dirty="0" sz="4050" spc="-18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050" spc="180">
                <a:solidFill>
                  <a:srgbClr val="002A58"/>
                </a:solidFill>
                <a:latin typeface="Trebuchet MS"/>
                <a:cs typeface="Trebuchet MS"/>
              </a:rPr>
              <a:t>age</a:t>
            </a:r>
            <a:r>
              <a:rPr dirty="0" sz="4050" spc="-18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050" spc="335">
                <a:solidFill>
                  <a:srgbClr val="002A58"/>
                </a:solidFill>
                <a:latin typeface="Trebuchet MS"/>
                <a:cs typeface="Trebuchet MS"/>
              </a:rPr>
              <a:t>&gt;=</a:t>
            </a:r>
            <a:r>
              <a:rPr dirty="0" sz="4050" spc="-17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050" spc="204">
                <a:solidFill>
                  <a:srgbClr val="002A58"/>
                </a:solidFill>
                <a:latin typeface="Trebuchet MS"/>
                <a:cs typeface="Trebuchet MS"/>
              </a:rPr>
              <a:t>18:</a:t>
            </a:r>
            <a:endParaRPr sz="4050">
              <a:latin typeface="Trebuchet MS"/>
              <a:cs typeface="Trebuchet MS"/>
            </a:endParaRPr>
          </a:p>
          <a:p>
            <a:pPr marL="12700" marR="1621790" indent="514350">
              <a:lnSpc>
                <a:spcPct val="115700"/>
              </a:lnSpc>
            </a:pPr>
            <a:r>
              <a:rPr dirty="0" sz="4050" spc="135">
                <a:solidFill>
                  <a:srgbClr val="002A58"/>
                </a:solidFill>
                <a:latin typeface="Trebuchet MS"/>
                <a:cs typeface="Trebuchet MS"/>
              </a:rPr>
              <a:t>print("You</a:t>
            </a:r>
            <a:r>
              <a:rPr dirty="0" sz="40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050" spc="75">
                <a:solidFill>
                  <a:srgbClr val="002A58"/>
                </a:solidFill>
                <a:latin typeface="Trebuchet MS"/>
                <a:cs typeface="Trebuchet MS"/>
              </a:rPr>
              <a:t>are</a:t>
            </a:r>
            <a:r>
              <a:rPr dirty="0" sz="40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050" spc="110">
                <a:solidFill>
                  <a:srgbClr val="002A58"/>
                </a:solidFill>
                <a:latin typeface="Trebuchet MS"/>
                <a:cs typeface="Trebuchet MS"/>
              </a:rPr>
              <a:t>eligible</a:t>
            </a:r>
            <a:r>
              <a:rPr dirty="0" sz="40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050" spc="85">
                <a:solidFill>
                  <a:srgbClr val="002A58"/>
                </a:solidFill>
                <a:latin typeface="Trebuchet MS"/>
                <a:cs typeface="Trebuchet MS"/>
              </a:rPr>
              <a:t>to</a:t>
            </a:r>
            <a:r>
              <a:rPr dirty="0" sz="40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050" spc="135">
                <a:solidFill>
                  <a:srgbClr val="002A58"/>
                </a:solidFill>
                <a:latin typeface="Trebuchet MS"/>
                <a:cs typeface="Trebuchet MS"/>
              </a:rPr>
              <a:t>vote") </a:t>
            </a:r>
            <a:r>
              <a:rPr dirty="0" sz="4050" spc="110">
                <a:solidFill>
                  <a:srgbClr val="002A58"/>
                </a:solidFill>
                <a:latin typeface="Trebuchet MS"/>
                <a:cs typeface="Trebuchet MS"/>
              </a:rPr>
              <a:t>else:</a:t>
            </a:r>
            <a:endParaRPr sz="4050">
              <a:latin typeface="Trebuchet MS"/>
              <a:cs typeface="Trebuchet MS"/>
            </a:endParaRPr>
          </a:p>
          <a:p>
            <a:pPr marL="565150">
              <a:lnSpc>
                <a:spcPct val="100000"/>
              </a:lnSpc>
              <a:spcBef>
                <a:spcPts val="915"/>
              </a:spcBef>
            </a:pPr>
            <a:r>
              <a:rPr dirty="0" sz="4350" spc="150">
                <a:solidFill>
                  <a:srgbClr val="002A58"/>
                </a:solidFill>
                <a:latin typeface="Trebuchet MS"/>
                <a:cs typeface="Trebuchet MS"/>
              </a:rPr>
              <a:t>print("You</a:t>
            </a:r>
            <a:r>
              <a:rPr dirty="0" sz="4350" spc="-21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350" spc="80">
                <a:solidFill>
                  <a:srgbClr val="002A58"/>
                </a:solidFill>
                <a:latin typeface="Trebuchet MS"/>
                <a:cs typeface="Trebuchet MS"/>
              </a:rPr>
              <a:t>are</a:t>
            </a:r>
            <a:r>
              <a:rPr dirty="0" sz="4350" spc="-21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350" spc="130">
                <a:solidFill>
                  <a:srgbClr val="002A58"/>
                </a:solidFill>
                <a:latin typeface="Trebuchet MS"/>
                <a:cs typeface="Trebuchet MS"/>
              </a:rPr>
              <a:t>not</a:t>
            </a:r>
            <a:r>
              <a:rPr dirty="0" sz="4350" spc="-21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350" spc="120">
                <a:solidFill>
                  <a:srgbClr val="002A58"/>
                </a:solidFill>
                <a:latin typeface="Trebuchet MS"/>
                <a:cs typeface="Trebuchet MS"/>
              </a:rPr>
              <a:t>eligible</a:t>
            </a:r>
            <a:r>
              <a:rPr dirty="0" sz="4350" spc="-21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350" spc="90">
                <a:solidFill>
                  <a:srgbClr val="002A58"/>
                </a:solidFill>
                <a:latin typeface="Trebuchet MS"/>
                <a:cs typeface="Trebuchet MS"/>
              </a:rPr>
              <a:t>to</a:t>
            </a:r>
            <a:r>
              <a:rPr dirty="0" sz="4350" spc="-21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4350" spc="145">
                <a:solidFill>
                  <a:srgbClr val="002A58"/>
                </a:solidFill>
                <a:latin typeface="Trebuchet MS"/>
                <a:cs typeface="Trebuchet MS"/>
              </a:rPr>
              <a:t>vote")</a:t>
            </a:r>
            <a:endParaRPr sz="435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829428" y="2416507"/>
            <a:ext cx="584835" cy="647700"/>
            <a:chOff x="5829428" y="2416507"/>
            <a:chExt cx="584835" cy="647700"/>
          </a:xfrm>
        </p:grpSpPr>
        <p:sp>
          <p:nvSpPr>
            <p:cNvPr id="5" name="object 5" descr=""/>
            <p:cNvSpPr/>
            <p:nvPr/>
          </p:nvSpPr>
          <p:spPr>
            <a:xfrm>
              <a:off x="5973800" y="2416507"/>
              <a:ext cx="440055" cy="647700"/>
            </a:xfrm>
            <a:custGeom>
              <a:avLst/>
              <a:gdLst/>
              <a:ahLst/>
              <a:cxnLst/>
              <a:rect l="l" t="t" r="r" b="b"/>
              <a:pathLst>
                <a:path w="440054" h="647700">
                  <a:moveTo>
                    <a:pt x="232102" y="647700"/>
                  </a:moveTo>
                  <a:lnTo>
                    <a:pt x="1738" y="647700"/>
                  </a:lnTo>
                  <a:lnTo>
                    <a:pt x="30349" y="598198"/>
                  </a:lnTo>
                  <a:lnTo>
                    <a:pt x="60774" y="573937"/>
                  </a:lnTo>
                  <a:lnTo>
                    <a:pt x="119374" y="564509"/>
                  </a:lnTo>
                  <a:lnTo>
                    <a:pt x="161661" y="549657"/>
                  </a:lnTo>
                  <a:lnTo>
                    <a:pt x="200011" y="527762"/>
                  </a:lnTo>
                  <a:lnTo>
                    <a:pt x="233644" y="499606"/>
                  </a:lnTo>
                  <a:lnTo>
                    <a:pt x="261777" y="465969"/>
                  </a:lnTo>
                  <a:lnTo>
                    <a:pt x="283630" y="427633"/>
                  </a:lnTo>
                  <a:lnTo>
                    <a:pt x="298422" y="385379"/>
                  </a:lnTo>
                  <a:lnTo>
                    <a:pt x="305372" y="339987"/>
                  </a:lnTo>
                  <a:lnTo>
                    <a:pt x="303308" y="290084"/>
                  </a:lnTo>
                  <a:lnTo>
                    <a:pt x="291685" y="243030"/>
                  </a:lnTo>
                  <a:lnTo>
                    <a:pt x="271436" y="199874"/>
                  </a:lnTo>
                  <a:lnTo>
                    <a:pt x="243493" y="161664"/>
                  </a:lnTo>
                  <a:lnTo>
                    <a:pt x="208790" y="129449"/>
                  </a:lnTo>
                  <a:lnTo>
                    <a:pt x="168260" y="104278"/>
                  </a:lnTo>
                  <a:lnTo>
                    <a:pt x="122834" y="87200"/>
                  </a:lnTo>
                  <a:lnTo>
                    <a:pt x="73446" y="79262"/>
                  </a:lnTo>
                  <a:lnTo>
                    <a:pt x="60427" y="76817"/>
                  </a:lnTo>
                  <a:lnTo>
                    <a:pt x="48576" y="71347"/>
                  </a:lnTo>
                  <a:lnTo>
                    <a:pt x="38407" y="63170"/>
                  </a:lnTo>
                  <a:lnTo>
                    <a:pt x="30431" y="52602"/>
                  </a:lnTo>
                  <a:lnTo>
                    <a:pt x="0" y="0"/>
                  </a:lnTo>
                  <a:lnTo>
                    <a:pt x="208896" y="0"/>
                  </a:lnTo>
                  <a:lnTo>
                    <a:pt x="253822" y="12062"/>
                  </a:lnTo>
                  <a:lnTo>
                    <a:pt x="286723" y="44904"/>
                  </a:lnTo>
                  <a:lnTo>
                    <a:pt x="432803" y="297971"/>
                  </a:lnTo>
                  <a:lnTo>
                    <a:pt x="440045" y="325435"/>
                  </a:lnTo>
                  <a:lnTo>
                    <a:pt x="438143" y="339511"/>
                  </a:lnTo>
                  <a:lnTo>
                    <a:pt x="432563" y="352831"/>
                  </a:lnTo>
                  <a:lnTo>
                    <a:pt x="286478" y="605820"/>
                  </a:lnTo>
                  <a:lnTo>
                    <a:pt x="272064" y="624552"/>
                  </a:lnTo>
                  <a:lnTo>
                    <a:pt x="253590" y="638680"/>
                  </a:lnTo>
                  <a:lnTo>
                    <a:pt x="232102" y="647700"/>
                  </a:lnTo>
                  <a:close/>
                </a:path>
              </a:pathLst>
            </a:custGeom>
            <a:solidFill>
              <a:srgbClr val="002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29428" y="2538840"/>
              <a:ext cx="407034" cy="406400"/>
            </a:xfrm>
            <a:custGeom>
              <a:avLst/>
              <a:gdLst/>
              <a:ahLst/>
              <a:cxnLst/>
              <a:rect l="l" t="t" r="r" b="b"/>
              <a:pathLst>
                <a:path w="407035" h="406400">
                  <a:moveTo>
                    <a:pt x="203317" y="406057"/>
                  </a:moveTo>
                  <a:lnTo>
                    <a:pt x="156698" y="400695"/>
                  </a:lnTo>
                  <a:lnTo>
                    <a:pt x="113903" y="385420"/>
                  </a:lnTo>
                  <a:lnTo>
                    <a:pt x="76152" y="361453"/>
                  </a:lnTo>
                  <a:lnTo>
                    <a:pt x="44666" y="330012"/>
                  </a:lnTo>
                  <a:lnTo>
                    <a:pt x="20665" y="292314"/>
                  </a:lnTo>
                  <a:lnTo>
                    <a:pt x="5369" y="249580"/>
                  </a:lnTo>
                  <a:lnTo>
                    <a:pt x="0" y="203027"/>
                  </a:lnTo>
                  <a:lnTo>
                    <a:pt x="5369" y="156475"/>
                  </a:lnTo>
                  <a:lnTo>
                    <a:pt x="20665" y="113741"/>
                  </a:lnTo>
                  <a:lnTo>
                    <a:pt x="44666" y="76044"/>
                  </a:lnTo>
                  <a:lnTo>
                    <a:pt x="76152" y="44602"/>
                  </a:lnTo>
                  <a:lnTo>
                    <a:pt x="113903" y="20635"/>
                  </a:lnTo>
                  <a:lnTo>
                    <a:pt x="156698" y="5362"/>
                  </a:lnTo>
                  <a:lnTo>
                    <a:pt x="203317" y="0"/>
                  </a:lnTo>
                  <a:lnTo>
                    <a:pt x="249936" y="5362"/>
                  </a:lnTo>
                  <a:lnTo>
                    <a:pt x="292731" y="20635"/>
                  </a:lnTo>
                  <a:lnTo>
                    <a:pt x="330481" y="44602"/>
                  </a:lnTo>
                  <a:lnTo>
                    <a:pt x="361967" y="76044"/>
                  </a:lnTo>
                  <a:lnTo>
                    <a:pt x="385969" y="113741"/>
                  </a:lnTo>
                  <a:lnTo>
                    <a:pt x="401264" y="156475"/>
                  </a:lnTo>
                  <a:lnTo>
                    <a:pt x="406634" y="203027"/>
                  </a:lnTo>
                  <a:lnTo>
                    <a:pt x="401264" y="249580"/>
                  </a:lnTo>
                  <a:lnTo>
                    <a:pt x="385969" y="292314"/>
                  </a:lnTo>
                  <a:lnTo>
                    <a:pt x="361967" y="330012"/>
                  </a:lnTo>
                  <a:lnTo>
                    <a:pt x="330481" y="361453"/>
                  </a:lnTo>
                  <a:lnTo>
                    <a:pt x="292731" y="385420"/>
                  </a:lnTo>
                  <a:lnTo>
                    <a:pt x="249936" y="400695"/>
                  </a:lnTo>
                  <a:lnTo>
                    <a:pt x="203317" y="406057"/>
                  </a:lnTo>
                  <a:close/>
                </a:path>
              </a:pathLst>
            </a:custGeom>
            <a:solidFill>
              <a:srgbClr val="DFB457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9950" y="710531"/>
            <a:ext cx="11408410" cy="12503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45"/>
              <a:t>REAL-</a:t>
            </a:r>
            <a:r>
              <a:rPr dirty="0" spc="695"/>
              <a:t>LIFE</a:t>
            </a:r>
            <a:r>
              <a:rPr dirty="0" spc="-355"/>
              <a:t> </a:t>
            </a:r>
            <a:r>
              <a:rPr dirty="0" spc="640"/>
              <a:t>EXAMPLES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931233" y="2156635"/>
            <a:ext cx="6440170" cy="746442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3850" spc="60">
                <a:solidFill>
                  <a:srgbClr val="002A58"/>
                </a:solidFill>
                <a:latin typeface="Trebuchet MS"/>
                <a:cs typeface="Trebuchet MS"/>
              </a:rPr>
              <a:t>Traffic</a:t>
            </a:r>
            <a:r>
              <a:rPr dirty="0" sz="3850" spc="-18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220">
                <a:solidFill>
                  <a:srgbClr val="002A58"/>
                </a:solidFill>
                <a:latin typeface="Trebuchet MS"/>
                <a:cs typeface="Trebuchet MS"/>
              </a:rPr>
              <a:t>Signal</a:t>
            </a:r>
            <a:endParaRPr sz="3850">
              <a:latin typeface="Trebuchet MS"/>
              <a:cs typeface="Trebuchet MS"/>
            </a:endParaRPr>
          </a:p>
          <a:p>
            <a:pPr marL="12700" marR="1109980">
              <a:lnSpc>
                <a:spcPts val="5330"/>
              </a:lnSpc>
              <a:spcBef>
                <a:spcPts val="290"/>
              </a:spcBef>
            </a:pPr>
            <a:r>
              <a:rPr dirty="0" sz="3850" spc="545">
                <a:solidFill>
                  <a:srgbClr val="002A58"/>
                </a:solidFill>
                <a:latin typeface="Trebuchet MS"/>
                <a:cs typeface="Trebuchet MS"/>
              </a:rPr>
              <a:t>If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80">
                <a:solidFill>
                  <a:srgbClr val="002A58"/>
                </a:solidFill>
                <a:latin typeface="Trebuchet MS"/>
                <a:cs typeface="Trebuchet MS"/>
              </a:rPr>
              <a:t>signal</a:t>
            </a:r>
            <a:r>
              <a:rPr dirty="0" sz="38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50">
                <a:solidFill>
                  <a:srgbClr val="002A58"/>
                </a:solidFill>
                <a:latin typeface="Trebuchet MS"/>
                <a:cs typeface="Trebuchet MS"/>
              </a:rPr>
              <a:t>is</a:t>
            </a:r>
            <a:r>
              <a:rPr dirty="0" sz="38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10">
                <a:solidFill>
                  <a:srgbClr val="002A58"/>
                </a:solidFill>
                <a:latin typeface="Trebuchet MS"/>
                <a:cs typeface="Trebuchet MS"/>
              </a:rPr>
              <a:t>green</a:t>
            </a:r>
            <a:r>
              <a:rPr dirty="0" sz="38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1800" spc="2140">
                <a:solidFill>
                  <a:srgbClr val="002A58"/>
                </a:solidFill>
                <a:latin typeface="Lucida Sans Unicode"/>
                <a:cs typeface="Lucida Sans Unicode"/>
              </a:rPr>
              <a:t>→</a:t>
            </a:r>
            <a:r>
              <a:rPr dirty="0" sz="1800" spc="405">
                <a:solidFill>
                  <a:srgbClr val="002A58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200">
                <a:solidFill>
                  <a:srgbClr val="002A58"/>
                </a:solidFill>
                <a:latin typeface="Trebuchet MS"/>
                <a:cs typeface="Trebuchet MS"/>
              </a:rPr>
              <a:t>Go Else</a:t>
            </a:r>
            <a:r>
              <a:rPr dirty="0" sz="38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1800" spc="2140">
                <a:solidFill>
                  <a:srgbClr val="002A58"/>
                </a:solidFill>
                <a:latin typeface="Lucida Sans Unicode"/>
                <a:cs typeface="Lucida Sans Unicode"/>
              </a:rPr>
              <a:t>→</a:t>
            </a:r>
            <a:r>
              <a:rPr dirty="0" sz="1800" spc="400">
                <a:solidFill>
                  <a:srgbClr val="002A58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190">
                <a:solidFill>
                  <a:srgbClr val="002A58"/>
                </a:solidFill>
                <a:latin typeface="Trebuchet MS"/>
                <a:cs typeface="Trebuchet MS"/>
              </a:rPr>
              <a:t>Stop</a:t>
            </a:r>
            <a:endParaRPr sz="3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3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850" spc="195">
                <a:solidFill>
                  <a:srgbClr val="002A58"/>
                </a:solidFill>
                <a:latin typeface="Trebuchet MS"/>
                <a:cs typeface="Trebuchet MS"/>
              </a:rPr>
              <a:t>Exam</a:t>
            </a:r>
            <a:r>
              <a:rPr dirty="0" sz="38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95">
                <a:solidFill>
                  <a:srgbClr val="002A58"/>
                </a:solidFill>
                <a:latin typeface="Trebuchet MS"/>
                <a:cs typeface="Trebuchet MS"/>
              </a:rPr>
              <a:t>Result</a:t>
            </a:r>
            <a:endParaRPr sz="3850">
              <a:latin typeface="Trebuchet MS"/>
              <a:cs typeface="Trebuchet MS"/>
            </a:endParaRPr>
          </a:p>
          <a:p>
            <a:pPr marL="12700" marR="1470025">
              <a:lnSpc>
                <a:spcPts val="5320"/>
              </a:lnSpc>
              <a:spcBef>
                <a:spcPts val="295"/>
              </a:spcBef>
            </a:pPr>
            <a:r>
              <a:rPr dirty="0" sz="3850" spc="545">
                <a:solidFill>
                  <a:srgbClr val="002A58"/>
                </a:solidFill>
                <a:latin typeface="Trebuchet MS"/>
                <a:cs typeface="Trebuchet MS"/>
              </a:rPr>
              <a:t>If</a:t>
            </a:r>
            <a:r>
              <a:rPr dirty="0" sz="38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85">
                <a:solidFill>
                  <a:srgbClr val="002A58"/>
                </a:solidFill>
                <a:latin typeface="Trebuchet MS"/>
                <a:cs typeface="Trebuchet MS"/>
              </a:rPr>
              <a:t>marks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320">
                <a:solidFill>
                  <a:srgbClr val="002A58"/>
                </a:solidFill>
                <a:latin typeface="Trebuchet MS"/>
                <a:cs typeface="Trebuchet MS"/>
              </a:rPr>
              <a:t>≥</a:t>
            </a:r>
            <a:r>
              <a:rPr dirty="0" sz="38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320">
                <a:solidFill>
                  <a:srgbClr val="002A58"/>
                </a:solidFill>
                <a:latin typeface="Trebuchet MS"/>
                <a:cs typeface="Trebuchet MS"/>
              </a:rPr>
              <a:t>40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1800" spc="2140">
                <a:solidFill>
                  <a:srgbClr val="002A58"/>
                </a:solidFill>
                <a:latin typeface="Lucida Sans Unicode"/>
                <a:cs typeface="Lucida Sans Unicode"/>
              </a:rPr>
              <a:t>→</a:t>
            </a:r>
            <a:r>
              <a:rPr dirty="0" sz="1800" spc="395">
                <a:solidFill>
                  <a:srgbClr val="002A58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245">
                <a:solidFill>
                  <a:srgbClr val="002A58"/>
                </a:solidFill>
                <a:latin typeface="Trebuchet MS"/>
                <a:cs typeface="Trebuchet MS"/>
              </a:rPr>
              <a:t>Pass </a:t>
            </a:r>
            <a:r>
              <a:rPr dirty="0" sz="3850" spc="200">
                <a:solidFill>
                  <a:srgbClr val="002A58"/>
                </a:solidFill>
                <a:latin typeface="Trebuchet MS"/>
                <a:cs typeface="Trebuchet MS"/>
              </a:rPr>
              <a:t>Else</a:t>
            </a:r>
            <a:r>
              <a:rPr dirty="0" sz="38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1800" spc="2140">
                <a:solidFill>
                  <a:srgbClr val="002A58"/>
                </a:solidFill>
                <a:latin typeface="Lucida Sans Unicode"/>
                <a:cs typeface="Lucida Sans Unicode"/>
              </a:rPr>
              <a:t>→</a:t>
            </a:r>
            <a:r>
              <a:rPr dirty="0" sz="1800" spc="400">
                <a:solidFill>
                  <a:srgbClr val="002A58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95">
                <a:solidFill>
                  <a:srgbClr val="002A58"/>
                </a:solidFill>
                <a:latin typeface="Trebuchet MS"/>
                <a:cs typeface="Trebuchet MS"/>
              </a:rPr>
              <a:t>Fail</a:t>
            </a:r>
            <a:endParaRPr sz="3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3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850" spc="135">
                <a:solidFill>
                  <a:srgbClr val="002A58"/>
                </a:solidFill>
                <a:latin typeface="Trebuchet MS"/>
                <a:cs typeface="Trebuchet MS"/>
              </a:rPr>
              <a:t>Weather</a:t>
            </a:r>
            <a:endParaRPr sz="3850">
              <a:latin typeface="Trebuchet MS"/>
              <a:cs typeface="Trebuchet MS"/>
            </a:endParaRPr>
          </a:p>
          <a:p>
            <a:pPr marL="12700" marR="5080">
              <a:lnSpc>
                <a:spcPts val="5330"/>
              </a:lnSpc>
              <a:spcBef>
                <a:spcPts val="90"/>
              </a:spcBef>
            </a:pPr>
            <a:r>
              <a:rPr dirty="0" sz="3850" spc="545">
                <a:solidFill>
                  <a:srgbClr val="002A58"/>
                </a:solidFill>
                <a:latin typeface="Trebuchet MS"/>
                <a:cs typeface="Trebuchet MS"/>
              </a:rPr>
              <a:t>If</a:t>
            </a:r>
            <a:r>
              <a:rPr dirty="0" sz="3850" spc="-20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14">
                <a:solidFill>
                  <a:srgbClr val="002A58"/>
                </a:solidFill>
                <a:latin typeface="Trebuchet MS"/>
                <a:cs typeface="Trebuchet MS"/>
              </a:rPr>
              <a:t>raining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1800" spc="2140">
                <a:solidFill>
                  <a:srgbClr val="002A58"/>
                </a:solidFill>
                <a:latin typeface="Lucida Sans Unicode"/>
                <a:cs typeface="Lucida Sans Unicode"/>
              </a:rPr>
              <a:t>→</a:t>
            </a:r>
            <a:r>
              <a:rPr dirty="0" sz="1800" spc="400">
                <a:solidFill>
                  <a:srgbClr val="002A58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110">
                <a:solidFill>
                  <a:srgbClr val="002A58"/>
                </a:solidFill>
                <a:latin typeface="Trebuchet MS"/>
                <a:cs typeface="Trebuchet MS"/>
              </a:rPr>
              <a:t>Take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25">
                <a:solidFill>
                  <a:srgbClr val="002A58"/>
                </a:solidFill>
                <a:latin typeface="Trebuchet MS"/>
                <a:cs typeface="Trebuchet MS"/>
              </a:rPr>
              <a:t>umbrella </a:t>
            </a:r>
            <a:r>
              <a:rPr dirty="0" sz="3850" spc="200">
                <a:solidFill>
                  <a:srgbClr val="002A58"/>
                </a:solidFill>
                <a:latin typeface="Trebuchet MS"/>
                <a:cs typeface="Trebuchet MS"/>
              </a:rPr>
              <a:t>Else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1800" spc="2140">
                <a:solidFill>
                  <a:srgbClr val="002A58"/>
                </a:solidFill>
                <a:latin typeface="Lucida Sans Unicode"/>
                <a:cs typeface="Lucida Sans Unicode"/>
              </a:rPr>
              <a:t>→</a:t>
            </a:r>
            <a:r>
              <a:rPr dirty="0" sz="1800" spc="405">
                <a:solidFill>
                  <a:srgbClr val="002A58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325">
                <a:solidFill>
                  <a:srgbClr val="002A58"/>
                </a:solidFill>
                <a:latin typeface="Trebuchet MS"/>
                <a:cs typeface="Trebuchet MS"/>
              </a:rPr>
              <a:t>No</a:t>
            </a:r>
            <a:r>
              <a:rPr dirty="0" sz="3850" spc="-190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135">
                <a:solidFill>
                  <a:srgbClr val="002A58"/>
                </a:solidFill>
                <a:latin typeface="Trebuchet MS"/>
                <a:cs typeface="Trebuchet MS"/>
              </a:rPr>
              <a:t>umbrella</a:t>
            </a:r>
            <a:r>
              <a:rPr dirty="0" sz="3850" spc="-195">
                <a:solidFill>
                  <a:srgbClr val="002A58"/>
                </a:solidFill>
                <a:latin typeface="Trebuchet MS"/>
                <a:cs typeface="Trebuchet MS"/>
              </a:rPr>
              <a:t> </a:t>
            </a:r>
            <a:r>
              <a:rPr dirty="0" sz="3850" spc="75">
                <a:solidFill>
                  <a:srgbClr val="002A58"/>
                </a:solidFill>
                <a:latin typeface="Trebuchet MS"/>
                <a:cs typeface="Trebuchet MS"/>
              </a:rPr>
              <a:t>needed</a:t>
            </a:r>
            <a:endParaRPr sz="385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600622" y="1028700"/>
            <a:ext cx="584835" cy="647700"/>
            <a:chOff x="4600622" y="1028700"/>
            <a:chExt cx="584835" cy="647700"/>
          </a:xfrm>
        </p:grpSpPr>
        <p:sp>
          <p:nvSpPr>
            <p:cNvPr id="5" name="object 5" descr=""/>
            <p:cNvSpPr/>
            <p:nvPr/>
          </p:nvSpPr>
          <p:spPr>
            <a:xfrm>
              <a:off x="4744994" y="1028700"/>
              <a:ext cx="440055" cy="647700"/>
            </a:xfrm>
            <a:custGeom>
              <a:avLst/>
              <a:gdLst/>
              <a:ahLst/>
              <a:cxnLst/>
              <a:rect l="l" t="t" r="r" b="b"/>
              <a:pathLst>
                <a:path w="440054" h="647700">
                  <a:moveTo>
                    <a:pt x="232102" y="647700"/>
                  </a:moveTo>
                  <a:lnTo>
                    <a:pt x="1738" y="647700"/>
                  </a:lnTo>
                  <a:lnTo>
                    <a:pt x="30349" y="598198"/>
                  </a:lnTo>
                  <a:lnTo>
                    <a:pt x="60774" y="573937"/>
                  </a:lnTo>
                  <a:lnTo>
                    <a:pt x="119374" y="564509"/>
                  </a:lnTo>
                  <a:lnTo>
                    <a:pt x="161661" y="549657"/>
                  </a:lnTo>
                  <a:lnTo>
                    <a:pt x="200011" y="527762"/>
                  </a:lnTo>
                  <a:lnTo>
                    <a:pt x="233644" y="499606"/>
                  </a:lnTo>
                  <a:lnTo>
                    <a:pt x="261777" y="465969"/>
                  </a:lnTo>
                  <a:lnTo>
                    <a:pt x="283630" y="427633"/>
                  </a:lnTo>
                  <a:lnTo>
                    <a:pt x="298422" y="385379"/>
                  </a:lnTo>
                  <a:lnTo>
                    <a:pt x="305372" y="339987"/>
                  </a:lnTo>
                  <a:lnTo>
                    <a:pt x="303308" y="290084"/>
                  </a:lnTo>
                  <a:lnTo>
                    <a:pt x="291685" y="243030"/>
                  </a:lnTo>
                  <a:lnTo>
                    <a:pt x="271436" y="199874"/>
                  </a:lnTo>
                  <a:lnTo>
                    <a:pt x="243493" y="161664"/>
                  </a:lnTo>
                  <a:lnTo>
                    <a:pt x="208790" y="129449"/>
                  </a:lnTo>
                  <a:lnTo>
                    <a:pt x="168260" y="104278"/>
                  </a:lnTo>
                  <a:lnTo>
                    <a:pt x="122834" y="87200"/>
                  </a:lnTo>
                  <a:lnTo>
                    <a:pt x="73446" y="79262"/>
                  </a:lnTo>
                  <a:lnTo>
                    <a:pt x="60427" y="76817"/>
                  </a:lnTo>
                  <a:lnTo>
                    <a:pt x="48576" y="71347"/>
                  </a:lnTo>
                  <a:lnTo>
                    <a:pt x="38407" y="63170"/>
                  </a:lnTo>
                  <a:lnTo>
                    <a:pt x="30431" y="52602"/>
                  </a:lnTo>
                  <a:lnTo>
                    <a:pt x="0" y="0"/>
                  </a:lnTo>
                  <a:lnTo>
                    <a:pt x="208896" y="0"/>
                  </a:lnTo>
                  <a:lnTo>
                    <a:pt x="253822" y="12062"/>
                  </a:lnTo>
                  <a:lnTo>
                    <a:pt x="286723" y="44904"/>
                  </a:lnTo>
                  <a:lnTo>
                    <a:pt x="432803" y="297971"/>
                  </a:lnTo>
                  <a:lnTo>
                    <a:pt x="440045" y="325435"/>
                  </a:lnTo>
                  <a:lnTo>
                    <a:pt x="438143" y="339511"/>
                  </a:lnTo>
                  <a:lnTo>
                    <a:pt x="432563" y="352831"/>
                  </a:lnTo>
                  <a:lnTo>
                    <a:pt x="286478" y="605820"/>
                  </a:lnTo>
                  <a:lnTo>
                    <a:pt x="272064" y="624552"/>
                  </a:lnTo>
                  <a:lnTo>
                    <a:pt x="253590" y="638680"/>
                  </a:lnTo>
                  <a:lnTo>
                    <a:pt x="232102" y="647700"/>
                  </a:lnTo>
                  <a:close/>
                </a:path>
              </a:pathLst>
            </a:custGeom>
            <a:solidFill>
              <a:srgbClr val="002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600622" y="1151033"/>
              <a:ext cx="407034" cy="406400"/>
            </a:xfrm>
            <a:custGeom>
              <a:avLst/>
              <a:gdLst/>
              <a:ahLst/>
              <a:cxnLst/>
              <a:rect l="l" t="t" r="r" b="b"/>
              <a:pathLst>
                <a:path w="407035" h="406400">
                  <a:moveTo>
                    <a:pt x="203317" y="406057"/>
                  </a:moveTo>
                  <a:lnTo>
                    <a:pt x="156698" y="400695"/>
                  </a:lnTo>
                  <a:lnTo>
                    <a:pt x="113903" y="385420"/>
                  </a:lnTo>
                  <a:lnTo>
                    <a:pt x="76152" y="361453"/>
                  </a:lnTo>
                  <a:lnTo>
                    <a:pt x="44666" y="330012"/>
                  </a:lnTo>
                  <a:lnTo>
                    <a:pt x="20665" y="292314"/>
                  </a:lnTo>
                  <a:lnTo>
                    <a:pt x="5369" y="249580"/>
                  </a:lnTo>
                  <a:lnTo>
                    <a:pt x="0" y="203027"/>
                  </a:lnTo>
                  <a:lnTo>
                    <a:pt x="5369" y="156475"/>
                  </a:lnTo>
                  <a:lnTo>
                    <a:pt x="20665" y="113741"/>
                  </a:lnTo>
                  <a:lnTo>
                    <a:pt x="44666" y="76044"/>
                  </a:lnTo>
                  <a:lnTo>
                    <a:pt x="76152" y="44602"/>
                  </a:lnTo>
                  <a:lnTo>
                    <a:pt x="113903" y="20635"/>
                  </a:lnTo>
                  <a:lnTo>
                    <a:pt x="156698" y="5362"/>
                  </a:lnTo>
                  <a:lnTo>
                    <a:pt x="203317" y="0"/>
                  </a:lnTo>
                  <a:lnTo>
                    <a:pt x="249936" y="5362"/>
                  </a:lnTo>
                  <a:lnTo>
                    <a:pt x="292731" y="20635"/>
                  </a:lnTo>
                  <a:lnTo>
                    <a:pt x="330481" y="44602"/>
                  </a:lnTo>
                  <a:lnTo>
                    <a:pt x="361967" y="76044"/>
                  </a:lnTo>
                  <a:lnTo>
                    <a:pt x="385969" y="113741"/>
                  </a:lnTo>
                  <a:lnTo>
                    <a:pt x="401264" y="156475"/>
                  </a:lnTo>
                  <a:lnTo>
                    <a:pt x="406634" y="203027"/>
                  </a:lnTo>
                  <a:lnTo>
                    <a:pt x="401264" y="249580"/>
                  </a:lnTo>
                  <a:lnTo>
                    <a:pt x="385969" y="292314"/>
                  </a:lnTo>
                  <a:lnTo>
                    <a:pt x="361967" y="330012"/>
                  </a:lnTo>
                  <a:lnTo>
                    <a:pt x="330481" y="361453"/>
                  </a:lnTo>
                  <a:lnTo>
                    <a:pt x="292731" y="385420"/>
                  </a:lnTo>
                  <a:lnTo>
                    <a:pt x="249936" y="400695"/>
                  </a:lnTo>
                  <a:lnTo>
                    <a:pt x="203317" y="406057"/>
                  </a:lnTo>
                  <a:close/>
                </a:path>
              </a:pathLst>
            </a:custGeom>
            <a:solidFill>
              <a:srgbClr val="DFB457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6189" rIns="0" bIns="0" rtlCol="0" vert="horz">
            <a:spAutoFit/>
          </a:bodyPr>
          <a:lstStyle/>
          <a:p>
            <a:pPr marL="1277620">
              <a:lnSpc>
                <a:spcPct val="100000"/>
              </a:lnSpc>
              <a:spcBef>
                <a:spcPts val="135"/>
              </a:spcBef>
            </a:pPr>
            <a:r>
              <a:rPr dirty="0" spc="919"/>
              <a:t>CONCLUSION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549" y="4202602"/>
            <a:ext cx="228600" cy="2285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549" y="5802802"/>
            <a:ext cx="228600" cy="2285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549" y="6602902"/>
            <a:ext cx="228600" cy="2285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1549" y="7403002"/>
            <a:ext cx="228600" cy="228599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0"/>
              </a:spcBef>
            </a:pPr>
            <a:r>
              <a:rPr dirty="0" spc="254"/>
              <a:t>If-</a:t>
            </a:r>
            <a:r>
              <a:rPr dirty="0" spc="395"/>
              <a:t>Then-</a:t>
            </a:r>
            <a:r>
              <a:rPr dirty="0" spc="340"/>
              <a:t>Else</a:t>
            </a:r>
            <a:r>
              <a:rPr dirty="0" spc="-215"/>
              <a:t> </a:t>
            </a:r>
            <a:r>
              <a:rPr dirty="0" spc="200"/>
              <a:t>is</a:t>
            </a:r>
            <a:r>
              <a:rPr dirty="0" spc="-210"/>
              <a:t> </a:t>
            </a:r>
            <a:r>
              <a:rPr dirty="0" spc="210"/>
              <a:t>a</a:t>
            </a:r>
            <a:r>
              <a:rPr dirty="0" spc="-215"/>
              <a:t> </a:t>
            </a:r>
            <a:r>
              <a:rPr dirty="0" spc="200"/>
              <a:t>basic</a:t>
            </a:r>
            <a:r>
              <a:rPr dirty="0" spc="-210"/>
              <a:t> </a:t>
            </a:r>
            <a:r>
              <a:rPr dirty="0" spc="195"/>
              <a:t>and</a:t>
            </a:r>
            <a:r>
              <a:rPr dirty="0" spc="-215"/>
              <a:t> </a:t>
            </a:r>
            <a:r>
              <a:rPr dirty="0" spc="130"/>
              <a:t>important</a:t>
            </a:r>
            <a:r>
              <a:rPr dirty="0" spc="-210"/>
              <a:t> </a:t>
            </a:r>
            <a:r>
              <a:rPr dirty="0" spc="160"/>
              <a:t>concept</a:t>
            </a:r>
            <a:r>
              <a:rPr dirty="0" spc="-215"/>
              <a:t> </a:t>
            </a:r>
            <a:r>
              <a:rPr dirty="0" spc="105"/>
              <a:t>in </a:t>
            </a:r>
            <a:r>
              <a:rPr dirty="0" spc="180"/>
              <a:t>programming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pc="240"/>
              <a:t>Helps</a:t>
            </a:r>
            <a:r>
              <a:rPr dirty="0" spc="-210"/>
              <a:t> </a:t>
            </a:r>
            <a:r>
              <a:rPr dirty="0" spc="130"/>
              <a:t>in</a:t>
            </a:r>
            <a:r>
              <a:rPr dirty="0" spc="-210"/>
              <a:t> </a:t>
            </a:r>
            <a:r>
              <a:rPr dirty="0" spc="235"/>
              <a:t>making</a:t>
            </a:r>
            <a:r>
              <a:rPr dirty="0" spc="-210"/>
              <a:t> </a:t>
            </a:r>
            <a:r>
              <a:rPr dirty="0" spc="180"/>
              <a:t>decisions</a:t>
            </a:r>
            <a:r>
              <a:rPr dirty="0" spc="-210"/>
              <a:t> </a:t>
            </a:r>
            <a:r>
              <a:rPr dirty="0" spc="130"/>
              <a:t>in</a:t>
            </a:r>
            <a:r>
              <a:rPr dirty="0" spc="-210"/>
              <a:t> </a:t>
            </a:r>
            <a:r>
              <a:rPr dirty="0" spc="145"/>
              <a:t>code</a:t>
            </a:r>
          </a:p>
          <a:p>
            <a:pPr marL="156210" marR="2730500" indent="-144145">
              <a:lnSpc>
                <a:spcPts val="6300"/>
              </a:lnSpc>
              <a:spcBef>
                <a:spcPts val="160"/>
              </a:spcBef>
            </a:pPr>
            <a:r>
              <a:rPr dirty="0" spc="225"/>
              <a:t>Widely</a:t>
            </a:r>
            <a:r>
              <a:rPr dirty="0" spc="-215"/>
              <a:t> </a:t>
            </a:r>
            <a:r>
              <a:rPr dirty="0" spc="204"/>
              <a:t>used</a:t>
            </a:r>
            <a:r>
              <a:rPr dirty="0" spc="-210"/>
              <a:t> </a:t>
            </a:r>
            <a:r>
              <a:rPr dirty="0" spc="130"/>
              <a:t>in</a:t>
            </a:r>
            <a:r>
              <a:rPr dirty="0" spc="-210"/>
              <a:t> </a:t>
            </a:r>
            <a:r>
              <a:rPr dirty="0" spc="170"/>
              <a:t>real-</a:t>
            </a:r>
            <a:r>
              <a:rPr dirty="0" spc="200"/>
              <a:t>world</a:t>
            </a:r>
            <a:r>
              <a:rPr dirty="0" spc="-210"/>
              <a:t> </a:t>
            </a:r>
            <a:r>
              <a:rPr dirty="0" spc="150"/>
              <a:t>applications </a:t>
            </a:r>
            <a:r>
              <a:rPr dirty="0" spc="215"/>
              <a:t>Essential</a:t>
            </a:r>
            <a:r>
              <a:rPr dirty="0" spc="-215"/>
              <a:t> </a:t>
            </a:r>
            <a:r>
              <a:rPr dirty="0" spc="75"/>
              <a:t>for</a:t>
            </a:r>
            <a:r>
              <a:rPr dirty="0" spc="-215"/>
              <a:t> </a:t>
            </a:r>
            <a:r>
              <a:rPr dirty="0" spc="180"/>
              <a:t>building</a:t>
            </a:r>
            <a:r>
              <a:rPr dirty="0" spc="-215"/>
              <a:t> </a:t>
            </a:r>
            <a:r>
              <a:rPr dirty="0" spc="204"/>
              <a:t>smart</a:t>
            </a:r>
            <a:r>
              <a:rPr dirty="0" spc="-215"/>
              <a:t> </a:t>
            </a:r>
            <a:r>
              <a:rPr dirty="0" spc="195"/>
              <a:t>programs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4628979" y="2416507"/>
            <a:ext cx="584835" cy="647700"/>
            <a:chOff x="4628979" y="2416507"/>
            <a:chExt cx="584835" cy="647700"/>
          </a:xfrm>
        </p:grpSpPr>
        <p:sp>
          <p:nvSpPr>
            <p:cNvPr id="9" name="object 9" descr=""/>
            <p:cNvSpPr/>
            <p:nvPr/>
          </p:nvSpPr>
          <p:spPr>
            <a:xfrm>
              <a:off x="4773350" y="2416507"/>
              <a:ext cx="440055" cy="647700"/>
            </a:xfrm>
            <a:custGeom>
              <a:avLst/>
              <a:gdLst/>
              <a:ahLst/>
              <a:cxnLst/>
              <a:rect l="l" t="t" r="r" b="b"/>
              <a:pathLst>
                <a:path w="440054" h="647700">
                  <a:moveTo>
                    <a:pt x="232102" y="647700"/>
                  </a:moveTo>
                  <a:lnTo>
                    <a:pt x="1738" y="647700"/>
                  </a:lnTo>
                  <a:lnTo>
                    <a:pt x="30349" y="598198"/>
                  </a:lnTo>
                  <a:lnTo>
                    <a:pt x="60774" y="573937"/>
                  </a:lnTo>
                  <a:lnTo>
                    <a:pt x="119374" y="564509"/>
                  </a:lnTo>
                  <a:lnTo>
                    <a:pt x="161661" y="549657"/>
                  </a:lnTo>
                  <a:lnTo>
                    <a:pt x="200011" y="527762"/>
                  </a:lnTo>
                  <a:lnTo>
                    <a:pt x="233644" y="499606"/>
                  </a:lnTo>
                  <a:lnTo>
                    <a:pt x="261777" y="465969"/>
                  </a:lnTo>
                  <a:lnTo>
                    <a:pt x="283630" y="427633"/>
                  </a:lnTo>
                  <a:lnTo>
                    <a:pt x="298422" y="385379"/>
                  </a:lnTo>
                  <a:lnTo>
                    <a:pt x="305372" y="339987"/>
                  </a:lnTo>
                  <a:lnTo>
                    <a:pt x="303308" y="290084"/>
                  </a:lnTo>
                  <a:lnTo>
                    <a:pt x="291685" y="243030"/>
                  </a:lnTo>
                  <a:lnTo>
                    <a:pt x="271436" y="199874"/>
                  </a:lnTo>
                  <a:lnTo>
                    <a:pt x="243493" y="161664"/>
                  </a:lnTo>
                  <a:lnTo>
                    <a:pt x="208790" y="129449"/>
                  </a:lnTo>
                  <a:lnTo>
                    <a:pt x="168260" y="104278"/>
                  </a:lnTo>
                  <a:lnTo>
                    <a:pt x="122834" y="87200"/>
                  </a:lnTo>
                  <a:lnTo>
                    <a:pt x="73446" y="79262"/>
                  </a:lnTo>
                  <a:lnTo>
                    <a:pt x="60427" y="76817"/>
                  </a:lnTo>
                  <a:lnTo>
                    <a:pt x="48576" y="71347"/>
                  </a:lnTo>
                  <a:lnTo>
                    <a:pt x="38407" y="63170"/>
                  </a:lnTo>
                  <a:lnTo>
                    <a:pt x="30431" y="52602"/>
                  </a:lnTo>
                  <a:lnTo>
                    <a:pt x="0" y="0"/>
                  </a:lnTo>
                  <a:lnTo>
                    <a:pt x="208896" y="0"/>
                  </a:lnTo>
                  <a:lnTo>
                    <a:pt x="253822" y="12062"/>
                  </a:lnTo>
                  <a:lnTo>
                    <a:pt x="286723" y="44904"/>
                  </a:lnTo>
                  <a:lnTo>
                    <a:pt x="432803" y="297971"/>
                  </a:lnTo>
                  <a:lnTo>
                    <a:pt x="440045" y="325435"/>
                  </a:lnTo>
                  <a:lnTo>
                    <a:pt x="438143" y="339511"/>
                  </a:lnTo>
                  <a:lnTo>
                    <a:pt x="432563" y="352831"/>
                  </a:lnTo>
                  <a:lnTo>
                    <a:pt x="286478" y="605820"/>
                  </a:lnTo>
                  <a:lnTo>
                    <a:pt x="272064" y="624552"/>
                  </a:lnTo>
                  <a:lnTo>
                    <a:pt x="253590" y="638680"/>
                  </a:lnTo>
                  <a:lnTo>
                    <a:pt x="232102" y="647700"/>
                  </a:lnTo>
                  <a:close/>
                </a:path>
              </a:pathLst>
            </a:custGeom>
            <a:solidFill>
              <a:srgbClr val="002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28979" y="2538840"/>
              <a:ext cx="407034" cy="406400"/>
            </a:xfrm>
            <a:custGeom>
              <a:avLst/>
              <a:gdLst/>
              <a:ahLst/>
              <a:cxnLst/>
              <a:rect l="l" t="t" r="r" b="b"/>
              <a:pathLst>
                <a:path w="407035" h="406400">
                  <a:moveTo>
                    <a:pt x="203317" y="406057"/>
                  </a:moveTo>
                  <a:lnTo>
                    <a:pt x="156698" y="400695"/>
                  </a:lnTo>
                  <a:lnTo>
                    <a:pt x="113903" y="385420"/>
                  </a:lnTo>
                  <a:lnTo>
                    <a:pt x="76152" y="361453"/>
                  </a:lnTo>
                  <a:lnTo>
                    <a:pt x="44666" y="330012"/>
                  </a:lnTo>
                  <a:lnTo>
                    <a:pt x="20665" y="292314"/>
                  </a:lnTo>
                  <a:lnTo>
                    <a:pt x="5369" y="249580"/>
                  </a:lnTo>
                  <a:lnTo>
                    <a:pt x="0" y="203027"/>
                  </a:lnTo>
                  <a:lnTo>
                    <a:pt x="5369" y="156475"/>
                  </a:lnTo>
                  <a:lnTo>
                    <a:pt x="20665" y="113741"/>
                  </a:lnTo>
                  <a:lnTo>
                    <a:pt x="44666" y="76044"/>
                  </a:lnTo>
                  <a:lnTo>
                    <a:pt x="76152" y="44602"/>
                  </a:lnTo>
                  <a:lnTo>
                    <a:pt x="113903" y="20635"/>
                  </a:lnTo>
                  <a:lnTo>
                    <a:pt x="156698" y="5362"/>
                  </a:lnTo>
                  <a:lnTo>
                    <a:pt x="203317" y="0"/>
                  </a:lnTo>
                  <a:lnTo>
                    <a:pt x="249936" y="5362"/>
                  </a:lnTo>
                  <a:lnTo>
                    <a:pt x="292731" y="20635"/>
                  </a:lnTo>
                  <a:lnTo>
                    <a:pt x="330481" y="44602"/>
                  </a:lnTo>
                  <a:lnTo>
                    <a:pt x="361967" y="76044"/>
                  </a:lnTo>
                  <a:lnTo>
                    <a:pt x="385969" y="113741"/>
                  </a:lnTo>
                  <a:lnTo>
                    <a:pt x="401264" y="156475"/>
                  </a:lnTo>
                  <a:lnTo>
                    <a:pt x="406634" y="203027"/>
                  </a:lnTo>
                  <a:lnTo>
                    <a:pt x="401264" y="249580"/>
                  </a:lnTo>
                  <a:lnTo>
                    <a:pt x="385969" y="292314"/>
                  </a:lnTo>
                  <a:lnTo>
                    <a:pt x="361967" y="330012"/>
                  </a:lnTo>
                  <a:lnTo>
                    <a:pt x="330481" y="361453"/>
                  </a:lnTo>
                  <a:lnTo>
                    <a:pt x="292731" y="385420"/>
                  </a:lnTo>
                  <a:lnTo>
                    <a:pt x="249936" y="400695"/>
                  </a:lnTo>
                  <a:lnTo>
                    <a:pt x="203317" y="406057"/>
                  </a:lnTo>
                  <a:close/>
                </a:path>
              </a:pathLst>
            </a:custGeom>
            <a:solidFill>
              <a:srgbClr val="DFB457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9256" y="4295881"/>
            <a:ext cx="8209915" cy="164655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600" spc="840"/>
              <a:t>THANK</a:t>
            </a:r>
            <a:r>
              <a:rPr dirty="0" sz="10600" spc="-505"/>
              <a:t> </a:t>
            </a:r>
            <a:r>
              <a:rPr dirty="0" sz="10600" spc="640"/>
              <a:t>YOU</a:t>
            </a:r>
            <a:endParaRPr sz="10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Tanvi Belhekar</dc:creator>
  <cp:keywords>DAHFhaGpJc0,BAGCdDkd_HI,0</cp:keywords>
  <dc:title>if then else</dc:title>
  <dcterms:created xsi:type="dcterms:W3CDTF">2026-03-31T15:55:18Z</dcterms:created>
  <dcterms:modified xsi:type="dcterms:W3CDTF">2026-03-31T15:55:18Z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Creator">
    <vt:lpwstr>Canva</vt:lpwstr>
  </property>
  <property fmtid="{D5CDD505-2E9C-101B-9397-08002B2CF9AE}" pid="4" name="LastSaved">
    <vt:filetime>2026-03-31T00:00:00Z</vt:filetime>
  </property>
  <property fmtid="{D5CDD505-2E9C-101B-9397-08002B2CF9AE}" pid="5" name="Producer">
    <vt:lpwstr>Canva</vt:lpwstr>
  </property>
</Properties>
</file>